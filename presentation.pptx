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3" d="100"/>
          <a:sy n="73" d="100"/>
        </p:scale>
        <p:origin x="91"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03/09/2025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03/09/2025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03/09/2025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03/09/2025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03/09/2025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03/09/2025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03/09/2025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5144679" y="2198913"/>
            <a:ext cx="6955881" cy="4024131"/>
          </a:xfrm>
        </p:spPr>
        <p:txBody>
          <a:bodyPr>
            <a:normAutofit/>
          </a:bodyPr>
          <a:lstStyle/>
          <a:p>
            <a:pPr marL="0" indent="0">
              <a:buNone/>
            </a:pPr>
            <a:r>
              <a:rPr lang="en-US" sz="1300" dirty="0"/>
              <a:t>This version uses an adjacency list representation and employs a crucial preprocessing step to ensure all neighbor lists are sorted. With sorted lists, each thread can find the common neighbors for its assigned edges using a </a:t>
            </a:r>
            <a:r>
              <a:rPr lang="en-US" sz="1300" b="1" dirty="0"/>
              <a:t>two-pointer merge-like algorithm</a:t>
            </a:r>
            <a:r>
              <a:rPr lang="en-US" sz="1300" dirty="0"/>
              <a:t>, which has a linear time complexity of </a:t>
            </a:r>
            <a:r>
              <a:rPr lang="en-US" sz="1300" b="1" dirty="0"/>
              <a:t>O(d(s) + d(t)). </a:t>
            </a:r>
            <a:r>
              <a:rPr lang="en-US" sz="13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300" dirty="0"/>
              <a:t>On a 10k-node graph, </a:t>
            </a:r>
            <a:r>
              <a:rPr lang="en-US" sz="1300" b="1" dirty="0"/>
              <a:t>we observe a dramatic and consistent drop in execution time as the number of threads increases</a:t>
            </a:r>
            <a:r>
              <a:rPr lang="en-US" sz="1300" dirty="0"/>
              <a:t>, with an optimal point around 8 threads. The performance is </a:t>
            </a:r>
            <a:r>
              <a:rPr lang="en-US" sz="1300" b="1" dirty="0"/>
              <a:t>consistently better than the V1 version on the same graph</a:t>
            </a:r>
            <a:r>
              <a:rPr lang="en-US" sz="1300" dirty="0"/>
              <a:t>, demonstrating that the linear-time intersection is far superior to the naive nested-loop approach.</a:t>
            </a:r>
          </a:p>
          <a:p>
            <a:pPr marL="0" indent="0">
              <a:buNone/>
            </a:pPr>
            <a:r>
              <a:rPr lang="en-US" sz="1300" dirty="0"/>
              <a:t>The scaling benefits of the V2 algorithm become even more apparent on extremely large graphs. For a graph with 1 million nodes, the performance curve shows a near-linear decrease as the number of threads increases up to 8. </a:t>
            </a:r>
            <a:r>
              <a:rPr lang="en-US" sz="1300" b="1" dirty="0"/>
              <a:t>This indicates a near-perfect parallel speedup </a:t>
            </a:r>
            <a:r>
              <a:rPr lang="en-US" sz="1300" dirty="0"/>
              <a:t>where the workload is large enough that the benefits of parallelization far outweigh the overhead.</a:t>
            </a:r>
            <a:endParaRPr lang="it-IT" sz="13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0"/>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141</TotalTime>
  <Words>1747</Words>
  <Application>Microsoft Office PowerPoint</Application>
  <PresentationFormat>Widescreen</PresentationFormat>
  <Paragraphs>45</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CUDA Parallel Forward Node Algorithm V1</vt:lpstr>
      <vt:lpstr>PowerPoint Presentation</vt:lpstr>
      <vt:lpstr>CUDA Parallel Forward Node Algorithm V2</vt:lpstr>
      <vt:lpstr>Parallel Forward Edge Iterator V1</vt:lpstr>
      <vt:lpstr>Parallel Forward Edge Iterator V2</vt:lpstr>
      <vt:lpstr>Parallel Forward Edge Iterator V3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Revalor, Riccardo</dc:creator>
  <cp:lastModifiedBy>Revalor, Riccardo</cp:lastModifiedBy>
  <cp:revision>17</cp:revision>
  <dcterms:created xsi:type="dcterms:W3CDTF">2025-09-02T16:39:16Z</dcterms:created>
  <dcterms:modified xsi:type="dcterms:W3CDTF">2025-09-03T23:48:32Z</dcterms:modified>
</cp:coreProperties>
</file>