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03/09/2025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03/09/2025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03/09/2025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03/09/2025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03/09/2025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03/09/2025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03/09/2025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03/09/2025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87</TotalTime>
  <Words>1213</Words>
  <Application>Microsoft Office PowerPoint</Application>
  <PresentationFormat>Widescreen</PresentationFormat>
  <Paragraphs>32</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CUDA Parallel Forward Node Algorithm V1</vt:lpstr>
      <vt:lpstr>PowerPoint Presentation</vt:lpstr>
      <vt:lpstr>CUDA Parallel Forward Node Algorithm V2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Revalor, Riccardo</dc:creator>
  <cp:lastModifiedBy>Revalor, Riccardo</cp:lastModifiedBy>
  <cp:revision>14</cp:revision>
  <dcterms:created xsi:type="dcterms:W3CDTF">2025-09-02T16:39:16Z</dcterms:created>
  <dcterms:modified xsi:type="dcterms:W3CDTF">2025-09-03T22:53:52Z</dcterms:modified>
</cp:coreProperties>
</file>