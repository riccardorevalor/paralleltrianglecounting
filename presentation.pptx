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Lst>
  <p:sldSz cx="12192000" cy="6858000"/>
  <p:notesSz cx="7559675" cy="10691813"/>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21" Type="http://schemas.openxmlformats.org/officeDocument/2006/relationships/slide" Target="slides/slide10.xml"/><Relationship Id="rId34" Type="http://schemas.openxmlformats.org/officeDocument/2006/relationships/slide" Target="slides/slide23.xml"/><Relationship Id="rId7" Type="http://schemas.openxmlformats.org/officeDocument/2006/relationships/slideMaster" Target="slideMasters/slideMaster7.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8.xml"/><Relationship Id="rId31" Type="http://schemas.openxmlformats.org/officeDocument/2006/relationships/slide" Target="slides/slide2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presProps" Target="presProps.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12" name="PlaceHolder 2"/>
          <p:cNvSpPr>
            <a:spLocks noGrp="1"/>
          </p:cNvSpPr>
          <p:nvPr>
            <p:ph type="subTitle"/>
          </p:nvPr>
        </p:nvSpPr>
        <p:spPr>
          <a:xfrm>
            <a:off x="1097280" y="1845720"/>
            <a:ext cx="10058040" cy="402300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FF861826-9496-419E-8D7C-D04E34E20D99}"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CDB2A3C8-3C33-4646-9CCE-3DBF44363AF1}" type="slidenum">
              <a:t>‹#›</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lstStyle/>
          <a:p>
            <a:r>
              <a:t>Footer</a:t>
            </a:r>
          </a:p>
        </p:txBody>
      </p:sp>
      <p:sp>
        <p:nvSpPr>
          <p:cNvPr id="3" name="PlaceHolder 2"/>
          <p:cNvSpPr>
            <a:spLocks noGrp="1"/>
          </p:cNvSpPr>
          <p:nvPr>
            <p:ph type="sldNum" idx="9"/>
          </p:nvPr>
        </p:nvSpPr>
        <p:spPr/>
        <p:txBody>
          <a:bodyPr/>
          <a:lstStyle/>
          <a:p>
            <a:fld id="{AE30D1C9-8360-4EAD-BC34-2CAA21227A51}" type="slidenum">
              <a:t>‹#›</a:t>
            </a:fld>
            <a:endParaRPr/>
          </a:p>
        </p:txBody>
      </p:sp>
      <p:sp>
        <p:nvSpPr>
          <p:cNvPr id="4" name="PlaceHolder 3"/>
          <p:cNvSpPr>
            <a:spLocks noGrp="1"/>
          </p:cNvSpPr>
          <p:nvPr>
            <p:ph type="dt" idx="7"/>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40" name="PlaceHolder 2"/>
          <p:cNvSpPr>
            <a:spLocks noGrp="1"/>
          </p:cNvSpPr>
          <p:nvPr>
            <p:ph/>
          </p:nvPr>
        </p:nvSpPr>
        <p:spPr>
          <a:xfrm>
            <a:off x="1097280" y="1845720"/>
            <a:ext cx="10058040" cy="40230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chemeClr val="dk1">
                  <a:lumMod val="75000"/>
                  <a:lumOff val="25000"/>
                </a:schemeClr>
              </a:solidFill>
              <a:latin typeface="Calibri"/>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88D1D7D0-1B0F-4CD2-B552-C1B4DB3A857A}" type="slidenum">
              <a:t>‹#›</a:t>
            </a:fld>
            <a:endParaRPr/>
          </a:p>
        </p:txBody>
      </p:sp>
      <p:sp>
        <p:nvSpPr>
          <p:cNvPr id="6" name="PlaceHolder 5"/>
          <p:cNvSpPr>
            <a:spLocks noGrp="1"/>
          </p:cNvSpPr>
          <p:nvPr>
            <p:ph type="dt" idx="10"/>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lstStyle/>
          <a:p>
            <a:r>
              <a:t>Footer</a:t>
            </a:r>
          </a:p>
        </p:txBody>
      </p:sp>
      <p:sp>
        <p:nvSpPr>
          <p:cNvPr id="3" name="PlaceHolder 2"/>
          <p:cNvSpPr>
            <a:spLocks noGrp="1"/>
          </p:cNvSpPr>
          <p:nvPr>
            <p:ph type="sldNum" idx="15"/>
          </p:nvPr>
        </p:nvSpPr>
        <p:spPr/>
        <p:txBody>
          <a:bodyPr/>
          <a:lstStyle/>
          <a:p>
            <a:fld id="{0951A492-4129-40A0-AE4D-98BACB84C469}" type="slidenum">
              <a:t>‹#›</a:t>
            </a:fld>
            <a:endParaRPr/>
          </a:p>
        </p:txBody>
      </p:sp>
      <p:sp>
        <p:nvSpPr>
          <p:cNvPr id="4" name="PlaceHolder 3"/>
          <p:cNvSpPr>
            <a:spLocks noGrp="1"/>
          </p:cNvSpPr>
          <p:nvPr>
            <p:ph type="dt" idx="1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62" name="PlaceHolder 2"/>
          <p:cNvSpPr>
            <a:spLocks noGrp="1"/>
          </p:cNvSpPr>
          <p:nvPr>
            <p:ph/>
          </p:nvPr>
        </p:nvSpPr>
        <p:spPr>
          <a:xfrm>
            <a:off x="1097280" y="1845720"/>
            <a:ext cx="4908240" cy="40230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chemeClr val="dk1">
                  <a:lumMod val="75000"/>
                  <a:lumOff val="25000"/>
                </a:schemeClr>
              </a:solidFill>
              <a:latin typeface="Calibri"/>
            </a:endParaRPr>
          </a:p>
        </p:txBody>
      </p:sp>
      <p:sp>
        <p:nvSpPr>
          <p:cNvPr id="63" name="PlaceHolder 3"/>
          <p:cNvSpPr>
            <a:spLocks noGrp="1"/>
          </p:cNvSpPr>
          <p:nvPr>
            <p:ph/>
          </p:nvPr>
        </p:nvSpPr>
        <p:spPr>
          <a:xfrm>
            <a:off x="6251400" y="1845720"/>
            <a:ext cx="4908240" cy="40230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chemeClr val="dk1">
                  <a:lumMod val="75000"/>
                  <a:lumOff val="25000"/>
                </a:schemeClr>
              </a:solidFill>
              <a:latin typeface="Calibri"/>
            </a:endParaRPr>
          </a:p>
        </p:txBody>
      </p:sp>
      <p:sp>
        <p:nvSpPr>
          <p:cNvPr id="5" name="PlaceHolder 4"/>
          <p:cNvSpPr>
            <a:spLocks noGrp="1"/>
          </p:cNvSpPr>
          <p:nvPr>
            <p:ph type="ftr" idx="17"/>
          </p:nvPr>
        </p:nvSpPr>
        <p:spPr/>
        <p:txBody>
          <a:bodyPr/>
          <a:lstStyle/>
          <a:p>
            <a:r>
              <a:t>Footer</a:t>
            </a:r>
          </a:p>
        </p:txBody>
      </p:sp>
      <p:sp>
        <p:nvSpPr>
          <p:cNvPr id="6" name="PlaceHolder 5"/>
          <p:cNvSpPr>
            <a:spLocks noGrp="1"/>
          </p:cNvSpPr>
          <p:nvPr>
            <p:ph type="sldNum" idx="18"/>
          </p:nvPr>
        </p:nvSpPr>
        <p:spPr/>
        <p:txBody>
          <a:bodyPr/>
          <a:lstStyle/>
          <a:p>
            <a:fld id="{409A6D59-885B-4306-A601-28AD730F02C2}" type="slidenum">
              <a:t>‹#›</a:t>
            </a:fld>
            <a:endParaRPr/>
          </a:p>
        </p:txBody>
      </p:sp>
      <p:sp>
        <p:nvSpPr>
          <p:cNvPr id="7" name="PlaceHolder 6"/>
          <p:cNvSpPr>
            <a:spLocks noGrp="1"/>
          </p:cNvSpPr>
          <p:nvPr>
            <p:ph type="dt" idx="16"/>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lstStyle/>
          <a:p>
            <a:r>
              <a:t>Footer</a:t>
            </a:r>
          </a:p>
        </p:txBody>
      </p:sp>
      <p:sp>
        <p:nvSpPr>
          <p:cNvPr id="3" name="PlaceHolder 2"/>
          <p:cNvSpPr>
            <a:spLocks noGrp="1"/>
          </p:cNvSpPr>
          <p:nvPr>
            <p:ph type="sldNum" idx="21"/>
          </p:nvPr>
        </p:nvSpPr>
        <p:spPr/>
        <p:txBody>
          <a:bodyPr/>
          <a:lstStyle/>
          <a:p>
            <a:fld id="{3892ABF4-0CB2-4218-98A7-F656DD6AB0F6}" type="slidenum">
              <a:t>‹#›</a:t>
            </a:fld>
            <a:endParaRPr/>
          </a:p>
        </p:txBody>
      </p:sp>
      <p:sp>
        <p:nvSpPr>
          <p:cNvPr id="4" name="PlaceHolder 3"/>
          <p:cNvSpPr>
            <a:spLocks noGrp="1"/>
          </p:cNvSpPr>
          <p:nvPr>
            <p:ph type="dt" idx="19"/>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2"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3" name="PlaceHolder 2"/>
          <p:cNvSpPr>
            <a:spLocks noGrp="1"/>
          </p:cNvSpPr>
          <p:nvPr>
            <p:ph type="ftr" idx="23"/>
          </p:nvPr>
        </p:nvSpPr>
        <p:spPr/>
        <p:txBody>
          <a:bodyPr/>
          <a:lstStyle/>
          <a:p>
            <a:r>
              <a:t>Footer</a:t>
            </a:r>
          </a:p>
        </p:txBody>
      </p:sp>
      <p:sp>
        <p:nvSpPr>
          <p:cNvPr id="4" name="PlaceHolder 3"/>
          <p:cNvSpPr>
            <a:spLocks noGrp="1"/>
          </p:cNvSpPr>
          <p:nvPr>
            <p:ph type="sldNum" idx="24"/>
          </p:nvPr>
        </p:nvSpPr>
        <p:spPr/>
        <p:txBody>
          <a:bodyPr/>
          <a:lstStyle/>
          <a:p>
            <a:fld id="{173DDFB5-9BCB-422B-BB78-6E610C6516F0}" type="slidenum">
              <a:t>‹#›</a:t>
            </a:fld>
            <a:endParaRPr/>
          </a:p>
        </p:txBody>
      </p:sp>
      <p:sp>
        <p:nvSpPr>
          <p:cNvPr id="5" name="PlaceHolder 4"/>
          <p:cNvSpPr>
            <a:spLocks noGrp="1"/>
          </p:cNvSpPr>
          <p:nvPr>
            <p:ph type="dt" idx="22"/>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lstStyle/>
          <a:p>
            <a:r>
              <a:t>Footer</a:t>
            </a:r>
          </a:p>
        </p:txBody>
      </p:sp>
      <p:sp>
        <p:nvSpPr>
          <p:cNvPr id="3" name="PlaceHolder 2"/>
          <p:cNvSpPr>
            <a:spLocks noGrp="1"/>
          </p:cNvSpPr>
          <p:nvPr>
            <p:ph type="sldNum" idx="27"/>
          </p:nvPr>
        </p:nvSpPr>
        <p:spPr/>
        <p:txBody>
          <a:bodyPr/>
          <a:lstStyle/>
          <a:p>
            <a:fld id="{A63A9EAF-9A17-48F1-8EAF-0CA0E42C7276}" type="slidenum">
              <a:t>‹#›</a:t>
            </a:fld>
            <a:endParaRPr/>
          </a:p>
        </p:txBody>
      </p:sp>
      <p:sp>
        <p:nvSpPr>
          <p:cNvPr id="4" name="PlaceHolder 3"/>
          <p:cNvSpPr>
            <a:spLocks noGrp="1"/>
          </p:cNvSpPr>
          <p:nvPr>
            <p:ph type="dt" idx="25"/>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lstStyle/>
          <a:p>
            <a:r>
              <a:t>Footer</a:t>
            </a:r>
          </a:p>
        </p:txBody>
      </p:sp>
      <p:sp>
        <p:nvSpPr>
          <p:cNvPr id="3" name="PlaceHolder 2"/>
          <p:cNvSpPr>
            <a:spLocks noGrp="1"/>
          </p:cNvSpPr>
          <p:nvPr>
            <p:ph type="sldNum" idx="30"/>
          </p:nvPr>
        </p:nvSpPr>
        <p:spPr/>
        <p:txBody>
          <a:bodyPr/>
          <a:lstStyle/>
          <a:p>
            <a:fld id="{32D9F861-969F-42B6-A8D8-71F5EE5C487A}" type="slidenum">
              <a:t>‹#›</a:t>
            </a:fld>
            <a:endParaRPr/>
          </a:p>
        </p:txBody>
      </p:sp>
      <p:sp>
        <p:nvSpPr>
          <p:cNvPr id="4" name="PlaceHolder 3"/>
          <p:cNvSpPr>
            <a:spLocks noGrp="1"/>
          </p:cNvSpPr>
          <p:nvPr>
            <p:ph type="dt" idx="28"/>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lstStyle/>
          <a:p>
            <a:r>
              <a:t>Footer</a:t>
            </a:r>
          </a:p>
        </p:txBody>
      </p:sp>
      <p:sp>
        <p:nvSpPr>
          <p:cNvPr id="3" name="PlaceHolder 2"/>
          <p:cNvSpPr>
            <a:spLocks noGrp="1"/>
          </p:cNvSpPr>
          <p:nvPr>
            <p:ph type="sldNum" idx="33"/>
          </p:nvPr>
        </p:nvSpPr>
        <p:spPr/>
        <p:txBody>
          <a:bodyPr/>
          <a:lstStyle/>
          <a:p>
            <a:fld id="{FF721C87-601F-4141-9575-6E2D5C22424D}" type="slidenum">
              <a:t>‹#›</a:t>
            </a:fld>
            <a:endParaRPr/>
          </a:p>
        </p:txBody>
      </p:sp>
      <p:sp>
        <p:nvSpPr>
          <p:cNvPr id="4" name="PlaceHolder 3"/>
          <p:cNvSpPr>
            <a:spLocks noGrp="1"/>
          </p:cNvSpPr>
          <p:nvPr>
            <p:ph type="dt" idx="3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6" hidden="1"/>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2" name="Rectangle 8" hidden="1"/>
          <p:cNvSpPr/>
          <p:nvPr/>
        </p:nvSpPr>
        <p:spPr>
          <a:xfrm>
            <a:off x="0" y="6334200"/>
            <a:ext cx="12191760" cy="65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0880" rIns="90000" bIns="20880" anchor="t">
            <a:noAutofit/>
          </a:bodyPr>
          <a:lstStyle/>
          <a:p>
            <a:endParaRPr lang="en-US" sz="1800" b="0" strike="noStrike" spc="-1">
              <a:solidFill>
                <a:srgbClr val="FFFFFF"/>
              </a:solidFill>
              <a:latin typeface="Arial"/>
            </a:endParaRPr>
          </a:p>
        </p:txBody>
      </p:sp>
      <p:cxnSp>
        <p:nvCxnSpPr>
          <p:cNvPr id="2"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3" name="Rectangle 6"/>
          <p:cNvSpPr/>
          <p:nvPr/>
        </p:nvSpPr>
        <p:spPr>
          <a:xfrm>
            <a:off x="3240" y="6400800"/>
            <a:ext cx="1218852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 name="Rectangle 7"/>
          <p:cNvSpPr/>
          <p:nvPr/>
        </p:nvSpPr>
        <p:spPr>
          <a:xfrm>
            <a:off x="0" y="633420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19080" rIns="90000" bIns="19080" anchor="t">
            <a:noAutofit/>
          </a:bodyPr>
          <a:lstStyle/>
          <a:p>
            <a:endParaRPr lang="en-US" sz="1800" b="0" strike="noStrike" spc="-1">
              <a:solidFill>
                <a:srgbClr val="FFFFFF"/>
              </a:solidFill>
              <a:latin typeface="Arial"/>
            </a:endParaRPr>
          </a:p>
        </p:txBody>
      </p:sp>
      <p:sp>
        <p:nvSpPr>
          <p:cNvPr id="5" name="PlaceHolder 1"/>
          <p:cNvSpPr>
            <a:spLocks noGrp="1"/>
          </p:cNvSpPr>
          <p:nvPr>
            <p:ph type="title"/>
          </p:nvPr>
        </p:nvSpPr>
        <p:spPr>
          <a:xfrm>
            <a:off x="1097280" y="758880"/>
            <a:ext cx="10058040" cy="3565800"/>
          </a:xfrm>
          <a:prstGeom prst="rect">
            <a:avLst/>
          </a:prstGeom>
          <a:noFill/>
          <a:ln w="0">
            <a:noFill/>
          </a:ln>
        </p:spPr>
        <p:txBody>
          <a:bodyPr lIns="91440" tIns="45720" rIns="91440" bIns="45720" anchor="b">
            <a:normAutofit/>
          </a:bodyPr>
          <a:lstStyle/>
          <a:p>
            <a:pPr indent="0" defTabSz="914400">
              <a:lnSpc>
                <a:spcPct val="85000"/>
              </a:lnSpc>
              <a:buNone/>
            </a:pPr>
            <a:r>
              <a:rPr lang="en-US" sz="8000" b="0" strike="noStrike" spc="-52">
                <a:solidFill>
                  <a:schemeClr val="dk1">
                    <a:lumMod val="85000"/>
                    <a:lumOff val="15000"/>
                  </a:schemeClr>
                </a:solidFill>
                <a:latin typeface="Calibri Light"/>
              </a:rPr>
              <a:t>Click to edit Master title style</a:t>
            </a:r>
            <a:endParaRPr lang="en-US" sz="8000" b="0" strike="noStrike" spc="-1">
              <a:solidFill>
                <a:schemeClr val="dk1"/>
              </a:solidFill>
              <a:latin typeface="Calibri"/>
            </a:endParaRPr>
          </a:p>
        </p:txBody>
      </p:sp>
      <p:sp>
        <p:nvSpPr>
          <p:cNvPr id="6" name="PlaceHolder 2"/>
          <p:cNvSpPr>
            <a:spLocks noGrp="1"/>
          </p:cNvSpPr>
          <p:nvPr>
            <p:ph type="dt" idx="1"/>
          </p:nvPr>
        </p:nvSpPr>
        <p:spPr>
          <a:xfrm>
            <a:off x="1097280" y="6459840"/>
            <a:ext cx="2471760" cy="364680"/>
          </a:xfrm>
          <a:prstGeom prst="rect">
            <a:avLst/>
          </a:prstGeom>
          <a:noFill/>
          <a:ln w="0">
            <a:noFill/>
          </a:ln>
        </p:spPr>
        <p:txBody>
          <a:bodyPr lIns="91440" tIns="45720" rIns="91440" bIns="45720" anchor="ctr">
            <a:noAutofit/>
          </a:bodyPr>
          <a:lstStyle>
            <a:lvl1pPr indent="0" defTabSz="457200">
              <a:lnSpc>
                <a:spcPct val="100000"/>
              </a:lnSpc>
              <a:buNone/>
              <a:defRPr lang="it-IT" sz="900" b="0" strike="noStrike" spc="-1">
                <a:solidFill>
                  <a:srgbClr val="FFFFFF"/>
                </a:solidFill>
                <a:latin typeface="Calibri"/>
              </a:defRPr>
            </a:lvl1pPr>
          </a:lstStyle>
          <a:p>
            <a:pPr indent="0" defTabSz="457200">
              <a:lnSpc>
                <a:spcPct val="100000"/>
              </a:lnSpc>
              <a:buNone/>
            </a:pPr>
            <a:r>
              <a:rPr lang="it-IT" sz="900" b="0" strike="noStrike" spc="-1">
                <a:solidFill>
                  <a:srgbClr val="FFFFFF"/>
                </a:solidFill>
                <a:latin typeface="Calibri"/>
              </a:rPr>
              <a:t>&lt;date/time&gt;</a:t>
            </a:r>
            <a:endParaRPr lang="en-US" sz="900" b="0" strike="noStrike" spc="-1">
              <a:solidFill>
                <a:srgbClr val="000000"/>
              </a:solidFill>
              <a:latin typeface="Times New Roman"/>
            </a:endParaRPr>
          </a:p>
        </p:txBody>
      </p:sp>
      <p:sp>
        <p:nvSpPr>
          <p:cNvPr id="7" name="PlaceHolder 3"/>
          <p:cNvSpPr>
            <a:spLocks noGrp="1"/>
          </p:cNvSpPr>
          <p:nvPr>
            <p:ph type="ftr" idx="2"/>
          </p:nvPr>
        </p:nvSpPr>
        <p:spPr>
          <a:xfrm>
            <a:off x="3686040" y="6459840"/>
            <a:ext cx="482256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8" name="PlaceHolder 4"/>
          <p:cNvSpPr>
            <a:spLocks noGrp="1"/>
          </p:cNvSpPr>
          <p:nvPr>
            <p:ph type="sldNum" idx="3"/>
          </p:nvPr>
        </p:nvSpPr>
        <p:spPr>
          <a:xfrm>
            <a:off x="9900360" y="6459840"/>
            <a:ext cx="1311840" cy="364680"/>
          </a:xfrm>
          <a:prstGeom prst="rect">
            <a:avLst/>
          </a:prstGeom>
          <a:noFill/>
          <a:ln w="0">
            <a:noFill/>
          </a:ln>
        </p:spPr>
        <p:txBody>
          <a:bodyPr lIns="91440" tIns="45720" rIns="91440" bIns="45720" anchor="ctr">
            <a:noAutofit/>
          </a:bodyPr>
          <a:lstStyle>
            <a:lvl1pPr indent="0" algn="r" defTabSz="457200">
              <a:lnSpc>
                <a:spcPct val="100000"/>
              </a:lnSpc>
              <a:buNone/>
              <a:defRPr lang="it-IT" sz="1050" b="0" strike="noStrike" spc="-1">
                <a:solidFill>
                  <a:srgbClr val="FFFFFF"/>
                </a:solidFill>
                <a:latin typeface="Calibri"/>
              </a:defRPr>
            </a:lvl1pPr>
          </a:lstStyle>
          <a:p>
            <a:pPr indent="0" algn="r" defTabSz="457200">
              <a:lnSpc>
                <a:spcPct val="100000"/>
              </a:lnSpc>
              <a:buNone/>
            </a:pPr>
            <a:fld id="{CE652E19-DD58-4FAC-A35F-BEF8576A4A66}" type="slidenum">
              <a:rPr lang="it-IT" sz="1050" b="0" strike="noStrike" spc="-1">
                <a:solidFill>
                  <a:srgbClr val="FFFFFF"/>
                </a:solidFill>
                <a:latin typeface="Calibri"/>
              </a:rPr>
              <a:t>‹#›</a:t>
            </a:fld>
            <a:endParaRPr lang="en-US" sz="1050" b="0" strike="noStrike" spc="-1">
              <a:solidFill>
                <a:srgbClr val="000000"/>
              </a:solidFill>
              <a:latin typeface="Times New Roman"/>
            </a:endParaRPr>
          </a:p>
        </p:txBody>
      </p:sp>
      <p:cxnSp>
        <p:nvCxnSpPr>
          <p:cNvPr id="9" name="Straight Connector 8"/>
          <p:cNvCxnSpPr/>
          <p:nvPr/>
        </p:nvCxnSpPr>
        <p:spPr>
          <a:xfrm>
            <a:off x="1207440" y="4343400"/>
            <a:ext cx="9875880" cy="360"/>
          </a:xfrm>
          <a:prstGeom prst="straightConnector1">
            <a:avLst/>
          </a:prstGeom>
          <a:ln w="6350">
            <a:solidFill>
              <a:srgbClr val="000000">
                <a:lumMod val="50000"/>
                <a:lumOff val="50000"/>
              </a:srgbClr>
            </a:solidFill>
            <a:round/>
          </a:ln>
        </p:spPr>
      </p:cxnSp>
      <p:sp>
        <p:nvSpPr>
          <p:cNvPr id="10"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000" b="0" strike="noStrike" spc="-1">
                <a:solidFill>
                  <a:schemeClr val="dk1">
                    <a:lumMod val="75000"/>
                    <a:lumOff val="25000"/>
                  </a:schemeClr>
                </a:solidFill>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n-US" sz="1400" b="0" strike="noStrike" spc="-1">
                <a:solidFill>
                  <a:schemeClr val="dk1">
                    <a:lumMod val="75000"/>
                    <a:lumOff val="25000"/>
                  </a:schemeClr>
                </a:solidFill>
                <a:latin typeface="Calibri"/>
              </a:rPr>
              <a:t>Second Outline Level</a:t>
            </a:r>
          </a:p>
          <a:p>
            <a:pPr marL="1296000" lvl="2" indent="-288000">
              <a:lnSpc>
                <a:spcPct val="90000"/>
              </a:lnSpc>
              <a:spcBef>
                <a:spcPts val="850"/>
              </a:spcBef>
              <a:buClr>
                <a:srgbClr val="000000"/>
              </a:buClr>
              <a:buSzPct val="45000"/>
              <a:buFont typeface="Wingdings" charset="2"/>
              <a:buChar char=""/>
            </a:pPr>
            <a:r>
              <a:rPr lang="en-US" sz="1400" b="0" strike="noStrike" spc="-1">
                <a:solidFill>
                  <a:schemeClr val="dk1">
                    <a:lumMod val="75000"/>
                    <a:lumOff val="25000"/>
                  </a:schemeClr>
                </a:solidFill>
                <a:latin typeface="Calibri"/>
              </a:rPr>
              <a:t>Third Outline Level</a:t>
            </a:r>
          </a:p>
          <a:p>
            <a:pPr marL="1728000" lvl="3" indent="-216000">
              <a:lnSpc>
                <a:spcPct val="90000"/>
              </a:lnSpc>
              <a:spcBef>
                <a:spcPts val="567"/>
              </a:spcBef>
              <a:buClr>
                <a:srgbClr val="000000"/>
              </a:buClr>
              <a:buSzPct val="75000"/>
              <a:buFont typeface="Symbol" charset="2"/>
              <a:buChar char=""/>
            </a:pPr>
            <a:r>
              <a:rPr lang="en-US" sz="1400" b="0" strike="noStrike" spc="-1">
                <a:solidFill>
                  <a:schemeClr val="dk1">
                    <a:lumMod val="75000"/>
                    <a:lumOff val="25000"/>
                  </a:schemeClr>
                </a:solidFill>
                <a:latin typeface="Calibri"/>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chemeClr val="dk1">
                    <a:lumMod val="75000"/>
                    <a:lumOff val="25000"/>
                  </a:schemeClr>
                </a:solidFill>
                <a:latin typeface="Calibri"/>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chemeClr val="dk1">
                    <a:lumMod val="75000"/>
                    <a:lumOff val="25000"/>
                  </a:schemeClr>
                </a:solidFill>
                <a:latin typeface="Calibri"/>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chemeClr val="dk1">
                    <a:lumMod val="75000"/>
                    <a:lumOff val="25000"/>
                  </a:schemeClr>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6"/>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4" name="Rectangle 8"/>
          <p:cNvSpPr/>
          <p:nvPr/>
        </p:nvSpPr>
        <p:spPr>
          <a:xfrm>
            <a:off x="0" y="6334200"/>
            <a:ext cx="12191760" cy="65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0880" rIns="90000" bIns="20880" anchor="t">
            <a:noAutofit/>
          </a:bodyPr>
          <a:lstStyle/>
          <a:p>
            <a:endParaRPr lang="en-US" sz="1800" b="0" strike="noStrike" spc="-1">
              <a:solidFill>
                <a:srgbClr val="FFFFFF"/>
              </a:solidFill>
              <a:latin typeface="Arial"/>
            </a:endParaRPr>
          </a:p>
        </p:txBody>
      </p:sp>
      <p:cxnSp>
        <p:nvCxnSpPr>
          <p:cNvPr id="15"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16" name="PlaceHolder 1"/>
          <p:cNvSpPr>
            <a:spLocks noGrp="1"/>
          </p:cNvSpPr>
          <p:nvPr>
            <p:ph type="title"/>
          </p:nvPr>
        </p:nvSpPr>
        <p:spPr>
          <a:xfrm>
            <a:off x="1097280" y="286560"/>
            <a:ext cx="10058040" cy="1450440"/>
          </a:xfrm>
          <a:prstGeom prst="rect">
            <a:avLst/>
          </a:prstGeom>
          <a:noFill/>
          <a:ln w="0">
            <a:noFill/>
          </a:ln>
        </p:spPr>
        <p:txBody>
          <a:bodyPr lIns="91440" tIns="45720" rIns="91440" bIns="45720" anchor="b">
            <a:noAutofit/>
          </a:bodyPr>
          <a:lstStyle/>
          <a:p>
            <a:pPr indent="0" defTabSz="914400">
              <a:lnSpc>
                <a:spcPct val="85000"/>
              </a:lnSpc>
              <a:buNone/>
            </a:pPr>
            <a:r>
              <a:rPr lang="en-US" sz="4800" b="0" strike="noStrike" spc="-52">
                <a:solidFill>
                  <a:schemeClr val="dk1">
                    <a:lumMod val="75000"/>
                    <a:lumOff val="25000"/>
                  </a:schemeClr>
                </a:solidFill>
                <a:latin typeface="Calibri Light"/>
              </a:rPr>
              <a:t>Click to edit Master title style</a:t>
            </a:r>
            <a:endParaRPr lang="en-US" sz="4800" b="0" strike="noStrike" spc="-1">
              <a:solidFill>
                <a:schemeClr val="dk1"/>
              </a:solidFill>
              <a:latin typeface="Calibri"/>
            </a:endParaRPr>
          </a:p>
        </p:txBody>
      </p:sp>
      <p:sp>
        <p:nvSpPr>
          <p:cNvPr id="17" name="PlaceHolder 2"/>
          <p:cNvSpPr>
            <a:spLocks noGrp="1"/>
          </p:cNvSpPr>
          <p:nvPr>
            <p:ph type="body"/>
          </p:nvPr>
        </p:nvSpPr>
        <p:spPr>
          <a:xfrm>
            <a:off x="1097280" y="1845720"/>
            <a:ext cx="10058040" cy="4023000"/>
          </a:xfrm>
          <a:prstGeom prst="rect">
            <a:avLst/>
          </a:prstGeom>
          <a:noFill/>
          <a:ln w="0">
            <a:noFill/>
          </a:ln>
        </p:spPr>
        <p:txBody>
          <a:bodyPr vert="eaVert" lIns="45720" tIns="0" rIns="45720" bIns="0" anchor="t">
            <a:noAutofit/>
          </a:bodyPr>
          <a:lstStyle/>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Click to edit Master text styles</a:t>
            </a:r>
          </a:p>
          <a:p>
            <a:pPr marL="384120" lvl="1" indent="-182880" defTabSz="914400">
              <a:lnSpc>
                <a:spcPct val="90000"/>
              </a:lnSpc>
              <a:spcBef>
                <a:spcPts val="201"/>
              </a:spcBef>
              <a:spcAft>
                <a:spcPts val="400"/>
              </a:spcAft>
              <a:buClr>
                <a:srgbClr val="E48312"/>
              </a:buClr>
              <a:buFont typeface="Calibri"/>
              <a:buChar char="◦"/>
            </a:pPr>
            <a:r>
              <a:rPr lang="en-US" sz="1800" b="0" strike="noStrike" spc="-1">
                <a:solidFill>
                  <a:schemeClr val="dk1">
                    <a:lumMod val="75000"/>
                    <a:lumOff val="25000"/>
                  </a:schemeClr>
                </a:solidFill>
                <a:latin typeface="Calibri"/>
              </a:rPr>
              <a:t>Second level</a:t>
            </a:r>
          </a:p>
          <a:p>
            <a:pPr marL="567000" lvl="2"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Third level</a:t>
            </a:r>
          </a:p>
          <a:p>
            <a:pPr marL="749880" lvl="3"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Fourth level</a:t>
            </a:r>
          </a:p>
          <a:p>
            <a:pPr marL="932760" lvl="4"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Fifth level</a:t>
            </a:r>
          </a:p>
        </p:txBody>
      </p:sp>
      <p:sp>
        <p:nvSpPr>
          <p:cNvPr id="18" name="PlaceHolder 3"/>
          <p:cNvSpPr>
            <a:spLocks noGrp="1"/>
          </p:cNvSpPr>
          <p:nvPr>
            <p:ph type="dt" idx="4"/>
          </p:nvPr>
        </p:nvSpPr>
        <p:spPr>
          <a:xfrm>
            <a:off x="1097280" y="6459840"/>
            <a:ext cx="2471760" cy="364680"/>
          </a:xfrm>
          <a:prstGeom prst="rect">
            <a:avLst/>
          </a:prstGeom>
          <a:noFill/>
          <a:ln w="0">
            <a:noFill/>
          </a:ln>
        </p:spPr>
        <p:txBody>
          <a:bodyPr lIns="91440" tIns="45720" rIns="91440" bIns="45720" anchor="ctr">
            <a:noAutofit/>
          </a:bodyPr>
          <a:lstStyle>
            <a:lvl1pPr indent="0" defTabSz="457200">
              <a:lnSpc>
                <a:spcPct val="100000"/>
              </a:lnSpc>
              <a:buNone/>
              <a:defRPr lang="it-IT" sz="900" b="0" strike="noStrike" spc="-1">
                <a:solidFill>
                  <a:srgbClr val="FFFFFF"/>
                </a:solidFill>
                <a:latin typeface="Calibri"/>
              </a:defRPr>
            </a:lvl1pPr>
          </a:lstStyle>
          <a:p>
            <a:pPr indent="0" defTabSz="457200">
              <a:lnSpc>
                <a:spcPct val="100000"/>
              </a:lnSpc>
              <a:buNone/>
            </a:pPr>
            <a:r>
              <a:rPr lang="it-IT" sz="900" b="0" strike="noStrike" spc="-1">
                <a:solidFill>
                  <a:srgbClr val="FFFFFF"/>
                </a:solidFill>
                <a:latin typeface="Calibri"/>
              </a:rPr>
              <a:t>&lt;date/time&gt;</a:t>
            </a:r>
            <a:endParaRPr lang="en-US" sz="900" b="0" strike="noStrike" spc="-1">
              <a:solidFill>
                <a:srgbClr val="000000"/>
              </a:solidFill>
              <a:latin typeface="Times New Roman"/>
            </a:endParaRPr>
          </a:p>
        </p:txBody>
      </p:sp>
      <p:sp>
        <p:nvSpPr>
          <p:cNvPr id="19" name="PlaceHolder 4"/>
          <p:cNvSpPr>
            <a:spLocks noGrp="1"/>
          </p:cNvSpPr>
          <p:nvPr>
            <p:ph type="ftr" idx="5"/>
          </p:nvPr>
        </p:nvSpPr>
        <p:spPr>
          <a:xfrm>
            <a:off x="3686040" y="6459840"/>
            <a:ext cx="482256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20" name="PlaceHolder 5"/>
          <p:cNvSpPr>
            <a:spLocks noGrp="1"/>
          </p:cNvSpPr>
          <p:nvPr>
            <p:ph type="sldNum" idx="6"/>
          </p:nvPr>
        </p:nvSpPr>
        <p:spPr>
          <a:xfrm>
            <a:off x="9900360" y="6459840"/>
            <a:ext cx="1311840" cy="364680"/>
          </a:xfrm>
          <a:prstGeom prst="rect">
            <a:avLst/>
          </a:prstGeom>
          <a:noFill/>
          <a:ln w="0">
            <a:noFill/>
          </a:ln>
        </p:spPr>
        <p:txBody>
          <a:bodyPr lIns="91440" tIns="45720" rIns="91440" bIns="45720" anchor="ctr">
            <a:noAutofit/>
          </a:bodyPr>
          <a:lstStyle>
            <a:lvl1pPr indent="0" algn="r" defTabSz="457200">
              <a:lnSpc>
                <a:spcPct val="100000"/>
              </a:lnSpc>
              <a:buNone/>
              <a:defRPr lang="it-IT" sz="1050" b="0" strike="noStrike" spc="-1">
                <a:solidFill>
                  <a:srgbClr val="FFFFFF"/>
                </a:solidFill>
                <a:latin typeface="Calibri"/>
              </a:defRPr>
            </a:lvl1pPr>
          </a:lstStyle>
          <a:p>
            <a:pPr indent="0" algn="r" defTabSz="457200">
              <a:lnSpc>
                <a:spcPct val="100000"/>
              </a:lnSpc>
              <a:buNone/>
            </a:pPr>
            <a:fld id="{6C24163B-DF60-49A7-8C1E-5A93C425330F}" type="slidenum">
              <a:rPr lang="it-IT" sz="1050" b="0" strike="noStrike" spc="-1">
                <a:solidFill>
                  <a:srgbClr val="FFFFFF"/>
                </a:solidFill>
                <a:latin typeface="Calibri"/>
              </a:rPr>
              <a:t>‹#›</a:t>
            </a:fld>
            <a:endParaRPr lang="en-US" sz="105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6" hidden="1"/>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2" name="Rectangle 8" hidden="1"/>
          <p:cNvSpPr/>
          <p:nvPr/>
        </p:nvSpPr>
        <p:spPr>
          <a:xfrm>
            <a:off x="0" y="6334200"/>
            <a:ext cx="12191760" cy="65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0880" rIns="90000" bIns="20880" anchor="t">
            <a:noAutofit/>
          </a:bodyPr>
          <a:lstStyle/>
          <a:p>
            <a:endParaRPr lang="en-US" sz="1800" b="0" strike="noStrike" spc="-1">
              <a:solidFill>
                <a:srgbClr val="FFFFFF"/>
              </a:solidFill>
              <a:latin typeface="Arial"/>
            </a:endParaRPr>
          </a:p>
        </p:txBody>
      </p:sp>
      <p:cxnSp>
        <p:nvCxnSpPr>
          <p:cNvPr id="23"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24" name="Rectangle 6"/>
          <p:cNvSpPr/>
          <p:nvPr/>
        </p:nvSpPr>
        <p:spPr>
          <a:xfrm>
            <a:off x="3240" y="6400800"/>
            <a:ext cx="1218852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5" name="Rectangle 7"/>
          <p:cNvSpPr/>
          <p:nvPr/>
        </p:nvSpPr>
        <p:spPr>
          <a:xfrm>
            <a:off x="0" y="633420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19080" rIns="90000" bIns="19080" anchor="t">
            <a:noAutofit/>
          </a:bodyPr>
          <a:lstStyle/>
          <a:p>
            <a:endParaRPr lang="en-US" sz="1800" b="0" strike="noStrike" spc="-1">
              <a:solidFill>
                <a:srgbClr val="FFFFFF"/>
              </a:solidFill>
              <a:latin typeface="Arial"/>
            </a:endParaRPr>
          </a:p>
        </p:txBody>
      </p:sp>
      <p:sp>
        <p:nvSpPr>
          <p:cNvPr id="26" name="PlaceHolder 1"/>
          <p:cNvSpPr>
            <a:spLocks noGrp="1"/>
          </p:cNvSpPr>
          <p:nvPr>
            <p:ph type="title"/>
          </p:nvPr>
        </p:nvSpPr>
        <p:spPr>
          <a:xfrm>
            <a:off x="8724960" y="414720"/>
            <a:ext cx="2628720" cy="5757120"/>
          </a:xfrm>
          <a:prstGeom prst="rect">
            <a:avLst/>
          </a:prstGeom>
          <a:noFill/>
          <a:ln w="0">
            <a:noFill/>
          </a:ln>
        </p:spPr>
        <p:txBody>
          <a:bodyPr vert="eaVert" lIns="91440" tIns="45720" rIns="91440" bIns="45720" anchor="b">
            <a:noAutofit/>
          </a:bodyPr>
          <a:lstStyle/>
          <a:p>
            <a:pPr indent="0" defTabSz="914400">
              <a:lnSpc>
                <a:spcPct val="85000"/>
              </a:lnSpc>
              <a:buNone/>
            </a:pPr>
            <a:r>
              <a:rPr lang="en-US" sz="4800" b="0" strike="noStrike" spc="-52">
                <a:solidFill>
                  <a:schemeClr val="dk1">
                    <a:lumMod val="75000"/>
                    <a:lumOff val="25000"/>
                  </a:schemeClr>
                </a:solidFill>
                <a:latin typeface="Calibri Light"/>
              </a:rPr>
              <a:t>Click to edit Master title style</a:t>
            </a:r>
            <a:endParaRPr lang="en-US" sz="4800" b="0" strike="noStrike" spc="-1">
              <a:solidFill>
                <a:schemeClr val="dk1"/>
              </a:solidFill>
              <a:latin typeface="Calibri"/>
            </a:endParaRPr>
          </a:p>
        </p:txBody>
      </p:sp>
      <p:sp>
        <p:nvSpPr>
          <p:cNvPr id="27" name="PlaceHolder 2"/>
          <p:cNvSpPr>
            <a:spLocks noGrp="1"/>
          </p:cNvSpPr>
          <p:nvPr>
            <p:ph type="body"/>
          </p:nvPr>
        </p:nvSpPr>
        <p:spPr>
          <a:xfrm>
            <a:off x="838080" y="414720"/>
            <a:ext cx="7733880" cy="5757120"/>
          </a:xfrm>
          <a:prstGeom prst="rect">
            <a:avLst/>
          </a:prstGeom>
          <a:noFill/>
          <a:ln w="0">
            <a:noFill/>
          </a:ln>
        </p:spPr>
        <p:txBody>
          <a:bodyPr vert="eaVert" lIns="45720" tIns="0" rIns="45720" bIns="0" anchor="t">
            <a:noAutofit/>
          </a:bodyPr>
          <a:lstStyle/>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Click to edit Master text styles</a:t>
            </a:r>
          </a:p>
          <a:p>
            <a:pPr marL="384120" lvl="1" indent="-182880" defTabSz="914400">
              <a:lnSpc>
                <a:spcPct val="90000"/>
              </a:lnSpc>
              <a:spcBef>
                <a:spcPts val="201"/>
              </a:spcBef>
              <a:spcAft>
                <a:spcPts val="400"/>
              </a:spcAft>
              <a:buClr>
                <a:srgbClr val="E48312"/>
              </a:buClr>
              <a:buFont typeface="Calibri"/>
              <a:buChar char="◦"/>
            </a:pPr>
            <a:r>
              <a:rPr lang="en-US" sz="1800" b="0" strike="noStrike" spc="-1">
                <a:solidFill>
                  <a:schemeClr val="dk1">
                    <a:lumMod val="75000"/>
                    <a:lumOff val="25000"/>
                  </a:schemeClr>
                </a:solidFill>
                <a:latin typeface="Calibri"/>
              </a:rPr>
              <a:t>Second level</a:t>
            </a:r>
          </a:p>
          <a:p>
            <a:pPr marL="567000" lvl="2"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Third level</a:t>
            </a:r>
          </a:p>
          <a:p>
            <a:pPr marL="749880" lvl="3"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Fourth level</a:t>
            </a:r>
          </a:p>
          <a:p>
            <a:pPr marL="932760" lvl="4"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Fifth level</a:t>
            </a:r>
          </a:p>
        </p:txBody>
      </p:sp>
      <p:sp>
        <p:nvSpPr>
          <p:cNvPr id="28" name="PlaceHolder 3"/>
          <p:cNvSpPr>
            <a:spLocks noGrp="1"/>
          </p:cNvSpPr>
          <p:nvPr>
            <p:ph type="dt" idx="7"/>
          </p:nvPr>
        </p:nvSpPr>
        <p:spPr>
          <a:xfrm>
            <a:off x="1097280" y="6459840"/>
            <a:ext cx="2471760" cy="364680"/>
          </a:xfrm>
          <a:prstGeom prst="rect">
            <a:avLst/>
          </a:prstGeom>
          <a:noFill/>
          <a:ln w="0">
            <a:noFill/>
          </a:ln>
        </p:spPr>
        <p:txBody>
          <a:bodyPr lIns="91440" tIns="45720" rIns="91440" bIns="45720" anchor="ctr">
            <a:noAutofit/>
          </a:bodyPr>
          <a:lstStyle>
            <a:lvl1pPr indent="0" defTabSz="457200">
              <a:lnSpc>
                <a:spcPct val="100000"/>
              </a:lnSpc>
              <a:buNone/>
              <a:defRPr lang="it-IT" sz="900" b="0" strike="noStrike" spc="-1">
                <a:solidFill>
                  <a:srgbClr val="FFFFFF"/>
                </a:solidFill>
                <a:latin typeface="Calibri"/>
              </a:defRPr>
            </a:lvl1pPr>
          </a:lstStyle>
          <a:p>
            <a:pPr indent="0" defTabSz="457200">
              <a:lnSpc>
                <a:spcPct val="100000"/>
              </a:lnSpc>
              <a:buNone/>
            </a:pPr>
            <a:r>
              <a:rPr lang="it-IT" sz="900" b="0" strike="noStrike" spc="-1">
                <a:solidFill>
                  <a:srgbClr val="FFFFFF"/>
                </a:solidFill>
                <a:latin typeface="Calibri"/>
              </a:rPr>
              <a:t>&lt;date/time&gt;</a:t>
            </a:r>
            <a:endParaRPr lang="en-US" sz="900" b="0" strike="noStrike" spc="-1">
              <a:solidFill>
                <a:srgbClr val="000000"/>
              </a:solidFill>
              <a:latin typeface="Times New Roman"/>
            </a:endParaRPr>
          </a:p>
        </p:txBody>
      </p:sp>
      <p:sp>
        <p:nvSpPr>
          <p:cNvPr id="29" name="PlaceHolder 4"/>
          <p:cNvSpPr>
            <a:spLocks noGrp="1"/>
          </p:cNvSpPr>
          <p:nvPr>
            <p:ph type="ftr" idx="8"/>
          </p:nvPr>
        </p:nvSpPr>
        <p:spPr>
          <a:xfrm>
            <a:off x="3686040" y="6459840"/>
            <a:ext cx="482256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30" name="PlaceHolder 5"/>
          <p:cNvSpPr>
            <a:spLocks noGrp="1"/>
          </p:cNvSpPr>
          <p:nvPr>
            <p:ph type="sldNum" idx="9"/>
          </p:nvPr>
        </p:nvSpPr>
        <p:spPr>
          <a:xfrm>
            <a:off x="9900360" y="6459840"/>
            <a:ext cx="1311840" cy="364680"/>
          </a:xfrm>
          <a:prstGeom prst="rect">
            <a:avLst/>
          </a:prstGeom>
          <a:noFill/>
          <a:ln w="0">
            <a:noFill/>
          </a:ln>
        </p:spPr>
        <p:txBody>
          <a:bodyPr lIns="91440" tIns="45720" rIns="91440" bIns="45720" anchor="ctr">
            <a:noAutofit/>
          </a:bodyPr>
          <a:lstStyle>
            <a:lvl1pPr indent="0" algn="r" defTabSz="457200">
              <a:lnSpc>
                <a:spcPct val="100000"/>
              </a:lnSpc>
              <a:buNone/>
              <a:defRPr lang="it-IT" sz="1050" b="0" strike="noStrike" spc="-1">
                <a:solidFill>
                  <a:srgbClr val="FFFFFF"/>
                </a:solidFill>
                <a:latin typeface="Calibri"/>
              </a:defRPr>
            </a:lvl1pPr>
          </a:lstStyle>
          <a:p>
            <a:pPr indent="0" algn="r" defTabSz="457200">
              <a:lnSpc>
                <a:spcPct val="100000"/>
              </a:lnSpc>
              <a:buNone/>
            </a:pPr>
            <a:fld id="{BD6ADCC7-B84A-4BC6-9D41-2DE2C6C53438}" type="slidenum">
              <a:rPr lang="it-IT" sz="1050" b="0" strike="noStrike" spc="-1">
                <a:solidFill>
                  <a:srgbClr val="FFFFFF"/>
                </a:solidFill>
                <a:latin typeface="Calibri"/>
              </a:rPr>
              <a:t>‹#›</a:t>
            </a:fld>
            <a:endParaRPr lang="en-US" sz="105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Rectangle 6"/>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2" name="Rectangle 8"/>
          <p:cNvSpPr/>
          <p:nvPr/>
        </p:nvSpPr>
        <p:spPr>
          <a:xfrm>
            <a:off x="0" y="6334200"/>
            <a:ext cx="12191760" cy="65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0880" rIns="90000" bIns="20880" anchor="t">
            <a:noAutofit/>
          </a:bodyPr>
          <a:lstStyle/>
          <a:p>
            <a:endParaRPr lang="en-US" sz="1800" b="0" strike="noStrike" spc="-1">
              <a:solidFill>
                <a:srgbClr val="FFFFFF"/>
              </a:solidFill>
              <a:latin typeface="Arial"/>
            </a:endParaRPr>
          </a:p>
        </p:txBody>
      </p:sp>
      <p:cxnSp>
        <p:nvCxnSpPr>
          <p:cNvPr id="33"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34" name="PlaceHolder 1"/>
          <p:cNvSpPr>
            <a:spLocks noGrp="1"/>
          </p:cNvSpPr>
          <p:nvPr>
            <p:ph type="title"/>
          </p:nvPr>
        </p:nvSpPr>
        <p:spPr>
          <a:xfrm>
            <a:off x="1097280" y="286560"/>
            <a:ext cx="10058040" cy="1450440"/>
          </a:xfrm>
          <a:prstGeom prst="rect">
            <a:avLst/>
          </a:prstGeom>
          <a:noFill/>
          <a:ln w="0">
            <a:noFill/>
          </a:ln>
        </p:spPr>
        <p:txBody>
          <a:bodyPr lIns="91440" tIns="45720" rIns="91440" bIns="45720" anchor="b">
            <a:noAutofit/>
          </a:bodyPr>
          <a:lstStyle/>
          <a:p>
            <a:pPr indent="0" defTabSz="914400">
              <a:lnSpc>
                <a:spcPct val="85000"/>
              </a:lnSpc>
              <a:buNone/>
            </a:pPr>
            <a:r>
              <a:rPr lang="en-US" sz="4800" b="0" strike="noStrike" spc="-52">
                <a:solidFill>
                  <a:schemeClr val="dk1">
                    <a:lumMod val="75000"/>
                    <a:lumOff val="25000"/>
                  </a:schemeClr>
                </a:solidFill>
                <a:latin typeface="Calibri Light"/>
              </a:rPr>
              <a:t>Click to edit Master title style</a:t>
            </a:r>
            <a:endParaRPr lang="en-US" sz="4800" b="0" strike="noStrike" spc="-1">
              <a:solidFill>
                <a:schemeClr val="dk1"/>
              </a:solidFill>
              <a:latin typeface="Calibri"/>
            </a:endParaRPr>
          </a:p>
        </p:txBody>
      </p:sp>
      <p:sp>
        <p:nvSpPr>
          <p:cNvPr id="35" name="PlaceHolder 2"/>
          <p:cNvSpPr>
            <a:spLocks noGrp="1"/>
          </p:cNvSpPr>
          <p:nvPr>
            <p:ph type="body"/>
          </p:nvPr>
        </p:nvSpPr>
        <p:spPr>
          <a:xfrm>
            <a:off x="1097280" y="1845720"/>
            <a:ext cx="10058040" cy="4023000"/>
          </a:xfrm>
          <a:prstGeom prst="rect">
            <a:avLst/>
          </a:prstGeom>
          <a:noFill/>
          <a:ln w="0">
            <a:noFill/>
          </a:ln>
        </p:spPr>
        <p:txBody>
          <a:bodyPr lIns="0" tIns="45720" rIns="0" bIns="45720" anchor="t">
            <a:noAutofit/>
          </a:bodyPr>
          <a:lstStyle/>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Click to edit Master text styles</a:t>
            </a:r>
          </a:p>
          <a:p>
            <a:pPr marL="384120" lvl="1" indent="-182880" defTabSz="914400">
              <a:lnSpc>
                <a:spcPct val="90000"/>
              </a:lnSpc>
              <a:spcBef>
                <a:spcPts val="201"/>
              </a:spcBef>
              <a:spcAft>
                <a:spcPts val="400"/>
              </a:spcAft>
              <a:buClr>
                <a:srgbClr val="E48312"/>
              </a:buClr>
              <a:buFont typeface="Calibri"/>
              <a:buChar char="◦"/>
            </a:pPr>
            <a:r>
              <a:rPr lang="en-US" sz="1800" b="0" strike="noStrike" spc="-1">
                <a:solidFill>
                  <a:schemeClr val="dk1">
                    <a:lumMod val="75000"/>
                    <a:lumOff val="25000"/>
                  </a:schemeClr>
                </a:solidFill>
                <a:latin typeface="Calibri"/>
              </a:rPr>
              <a:t>Second level</a:t>
            </a:r>
          </a:p>
          <a:p>
            <a:pPr marL="567000" lvl="2"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Third level</a:t>
            </a:r>
          </a:p>
          <a:p>
            <a:pPr marL="749880" lvl="3"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Fourth level</a:t>
            </a:r>
          </a:p>
          <a:p>
            <a:pPr marL="932760" lvl="4"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Fifth level</a:t>
            </a:r>
          </a:p>
        </p:txBody>
      </p:sp>
      <p:sp>
        <p:nvSpPr>
          <p:cNvPr id="36" name="PlaceHolder 3"/>
          <p:cNvSpPr>
            <a:spLocks noGrp="1"/>
          </p:cNvSpPr>
          <p:nvPr>
            <p:ph type="dt" idx="10"/>
          </p:nvPr>
        </p:nvSpPr>
        <p:spPr>
          <a:xfrm>
            <a:off x="1097280" y="6459840"/>
            <a:ext cx="2471760" cy="364680"/>
          </a:xfrm>
          <a:prstGeom prst="rect">
            <a:avLst/>
          </a:prstGeom>
          <a:noFill/>
          <a:ln w="0">
            <a:noFill/>
          </a:ln>
        </p:spPr>
        <p:txBody>
          <a:bodyPr lIns="91440" tIns="45720" rIns="91440" bIns="45720" anchor="ctr">
            <a:noAutofit/>
          </a:bodyPr>
          <a:lstStyle>
            <a:lvl1pPr indent="0" defTabSz="457200">
              <a:lnSpc>
                <a:spcPct val="100000"/>
              </a:lnSpc>
              <a:buNone/>
              <a:defRPr lang="it-IT" sz="900" b="0" strike="noStrike" spc="-1">
                <a:solidFill>
                  <a:srgbClr val="FFFFFF"/>
                </a:solidFill>
                <a:latin typeface="Calibri"/>
              </a:defRPr>
            </a:lvl1pPr>
          </a:lstStyle>
          <a:p>
            <a:pPr indent="0" defTabSz="457200">
              <a:lnSpc>
                <a:spcPct val="100000"/>
              </a:lnSpc>
              <a:buNone/>
            </a:pPr>
            <a:r>
              <a:rPr lang="it-IT" sz="900" b="0" strike="noStrike" spc="-1">
                <a:solidFill>
                  <a:srgbClr val="FFFFFF"/>
                </a:solidFill>
                <a:latin typeface="Calibri"/>
              </a:rPr>
              <a:t>&lt;date/time&gt;</a:t>
            </a:r>
            <a:endParaRPr lang="en-US" sz="900" b="0" strike="noStrike" spc="-1">
              <a:solidFill>
                <a:srgbClr val="000000"/>
              </a:solidFill>
              <a:latin typeface="Times New Roman"/>
            </a:endParaRPr>
          </a:p>
        </p:txBody>
      </p:sp>
      <p:sp>
        <p:nvSpPr>
          <p:cNvPr id="37" name="PlaceHolder 4"/>
          <p:cNvSpPr>
            <a:spLocks noGrp="1"/>
          </p:cNvSpPr>
          <p:nvPr>
            <p:ph type="ftr" idx="11"/>
          </p:nvPr>
        </p:nvSpPr>
        <p:spPr>
          <a:xfrm>
            <a:off x="3686040" y="6459840"/>
            <a:ext cx="482256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38" name="PlaceHolder 5"/>
          <p:cNvSpPr>
            <a:spLocks noGrp="1"/>
          </p:cNvSpPr>
          <p:nvPr>
            <p:ph type="sldNum" idx="12"/>
          </p:nvPr>
        </p:nvSpPr>
        <p:spPr>
          <a:xfrm>
            <a:off x="9900360" y="6459840"/>
            <a:ext cx="1311840" cy="364680"/>
          </a:xfrm>
          <a:prstGeom prst="rect">
            <a:avLst/>
          </a:prstGeom>
          <a:noFill/>
          <a:ln w="0">
            <a:noFill/>
          </a:ln>
        </p:spPr>
        <p:txBody>
          <a:bodyPr lIns="91440" tIns="45720" rIns="91440" bIns="45720" anchor="ctr">
            <a:noAutofit/>
          </a:bodyPr>
          <a:lstStyle>
            <a:lvl1pPr indent="0" algn="r" defTabSz="457200">
              <a:lnSpc>
                <a:spcPct val="100000"/>
              </a:lnSpc>
              <a:buNone/>
              <a:defRPr lang="it-IT" sz="1050" b="0" strike="noStrike" spc="-1">
                <a:solidFill>
                  <a:srgbClr val="FFFFFF"/>
                </a:solidFill>
                <a:latin typeface="Calibri"/>
              </a:defRPr>
            </a:lvl1pPr>
          </a:lstStyle>
          <a:p>
            <a:pPr indent="0" algn="r" defTabSz="457200">
              <a:lnSpc>
                <a:spcPct val="100000"/>
              </a:lnSpc>
              <a:buNone/>
            </a:pPr>
            <a:fld id="{8095957F-8BE6-41E5-84D3-53779869B7B6}" type="slidenum">
              <a:rPr lang="it-IT" sz="1050" b="0" strike="noStrike" spc="-1">
                <a:solidFill>
                  <a:srgbClr val="FFFFFF"/>
                </a:solidFill>
                <a:latin typeface="Calibri"/>
              </a:rPr>
              <a:t>‹#›</a:t>
            </a:fld>
            <a:endParaRPr lang="en-US" sz="105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Rectangle 6" hidden="1"/>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2" name="Rectangle 8" hidden="1"/>
          <p:cNvSpPr/>
          <p:nvPr/>
        </p:nvSpPr>
        <p:spPr>
          <a:xfrm>
            <a:off x="0" y="6334200"/>
            <a:ext cx="12191760" cy="65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0880" rIns="90000" bIns="20880" anchor="t">
            <a:noAutofit/>
          </a:bodyPr>
          <a:lstStyle/>
          <a:p>
            <a:endParaRPr lang="en-US" sz="1800" b="0" strike="noStrike" spc="-1">
              <a:solidFill>
                <a:srgbClr val="FFFFFF"/>
              </a:solidFill>
              <a:latin typeface="Arial"/>
            </a:endParaRPr>
          </a:p>
        </p:txBody>
      </p:sp>
      <p:cxnSp>
        <p:nvCxnSpPr>
          <p:cNvPr id="43"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44" name="Rectangle 6"/>
          <p:cNvSpPr/>
          <p:nvPr/>
        </p:nvSpPr>
        <p:spPr>
          <a:xfrm>
            <a:off x="3240" y="6400800"/>
            <a:ext cx="1218852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5" name="Rectangle 7"/>
          <p:cNvSpPr/>
          <p:nvPr/>
        </p:nvSpPr>
        <p:spPr>
          <a:xfrm>
            <a:off x="0" y="633420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19080" rIns="90000" bIns="19080" anchor="t">
            <a:noAutofit/>
          </a:bodyPr>
          <a:lstStyle/>
          <a:p>
            <a:endParaRPr lang="en-US" sz="1800" b="0" strike="noStrike" spc="-1">
              <a:solidFill>
                <a:srgbClr val="FFFFFF"/>
              </a:solidFill>
              <a:latin typeface="Arial"/>
            </a:endParaRPr>
          </a:p>
        </p:txBody>
      </p:sp>
      <p:sp>
        <p:nvSpPr>
          <p:cNvPr id="46" name="PlaceHolder 1"/>
          <p:cNvSpPr>
            <a:spLocks noGrp="1"/>
          </p:cNvSpPr>
          <p:nvPr>
            <p:ph type="title"/>
          </p:nvPr>
        </p:nvSpPr>
        <p:spPr>
          <a:xfrm>
            <a:off x="1097280" y="758880"/>
            <a:ext cx="10058040" cy="3565800"/>
          </a:xfrm>
          <a:prstGeom prst="rect">
            <a:avLst/>
          </a:prstGeom>
          <a:noFill/>
          <a:ln w="0">
            <a:noFill/>
          </a:ln>
        </p:spPr>
        <p:txBody>
          <a:bodyPr lIns="91440" tIns="45720" rIns="91440" bIns="45720" anchor="b">
            <a:normAutofit/>
          </a:bodyPr>
          <a:lstStyle/>
          <a:p>
            <a:pPr indent="0" defTabSz="914400">
              <a:lnSpc>
                <a:spcPct val="85000"/>
              </a:lnSpc>
              <a:buNone/>
            </a:pPr>
            <a:r>
              <a:rPr lang="en-US" sz="8000" b="0" strike="noStrike" spc="-52">
                <a:solidFill>
                  <a:schemeClr val="dk1">
                    <a:lumMod val="85000"/>
                    <a:lumOff val="15000"/>
                  </a:schemeClr>
                </a:solidFill>
                <a:latin typeface="Calibri Light"/>
              </a:rPr>
              <a:t>Click to edit Master title style</a:t>
            </a:r>
            <a:endParaRPr lang="en-US" sz="8000" b="0" strike="noStrike" spc="-1">
              <a:solidFill>
                <a:schemeClr val="dk1"/>
              </a:solidFill>
              <a:latin typeface="Calibri"/>
            </a:endParaRPr>
          </a:p>
        </p:txBody>
      </p:sp>
      <p:sp>
        <p:nvSpPr>
          <p:cNvPr id="47" name="PlaceHolder 2"/>
          <p:cNvSpPr>
            <a:spLocks noGrp="1"/>
          </p:cNvSpPr>
          <p:nvPr>
            <p:ph type="body"/>
          </p:nvPr>
        </p:nvSpPr>
        <p:spPr>
          <a:xfrm>
            <a:off x="1097280" y="4453200"/>
            <a:ext cx="10058040" cy="1142640"/>
          </a:xfrm>
          <a:prstGeom prst="rect">
            <a:avLst/>
          </a:prstGeom>
          <a:noFill/>
          <a:ln w="0">
            <a:noFill/>
          </a:ln>
        </p:spPr>
        <p:txBody>
          <a:bodyPr lIns="91440" tIns="45720" rIns="91440" bIns="45720" anchor="t">
            <a:normAutofit/>
          </a:bodyPr>
          <a:lstStyle/>
          <a:p>
            <a:pPr indent="0" defTabSz="914400">
              <a:lnSpc>
                <a:spcPct val="90000"/>
              </a:lnSpc>
              <a:spcBef>
                <a:spcPts val="1199"/>
              </a:spcBef>
              <a:spcAft>
                <a:spcPts val="201"/>
              </a:spcAft>
              <a:buNone/>
              <a:tabLst>
                <a:tab pos="0" algn="l"/>
              </a:tabLst>
            </a:pPr>
            <a:r>
              <a:rPr lang="en-US" sz="2400" b="0" strike="noStrike" cap="all" spc="199">
                <a:solidFill>
                  <a:schemeClr val="dk2"/>
                </a:solidFill>
                <a:latin typeface="Calibri Light"/>
              </a:rPr>
              <a:t>Click to edit Master text styles</a:t>
            </a:r>
            <a:endParaRPr lang="en-US" sz="2400" b="0" strike="noStrike" spc="-1">
              <a:solidFill>
                <a:schemeClr val="dk1">
                  <a:lumMod val="75000"/>
                  <a:lumOff val="25000"/>
                </a:schemeClr>
              </a:solidFill>
              <a:latin typeface="Calibri"/>
            </a:endParaRPr>
          </a:p>
        </p:txBody>
      </p:sp>
      <p:sp>
        <p:nvSpPr>
          <p:cNvPr id="48" name="PlaceHolder 3"/>
          <p:cNvSpPr>
            <a:spLocks noGrp="1"/>
          </p:cNvSpPr>
          <p:nvPr>
            <p:ph type="dt" idx="13"/>
          </p:nvPr>
        </p:nvSpPr>
        <p:spPr>
          <a:xfrm>
            <a:off x="1097280" y="6459840"/>
            <a:ext cx="2471760" cy="364680"/>
          </a:xfrm>
          <a:prstGeom prst="rect">
            <a:avLst/>
          </a:prstGeom>
          <a:noFill/>
          <a:ln w="0">
            <a:noFill/>
          </a:ln>
        </p:spPr>
        <p:txBody>
          <a:bodyPr lIns="91440" tIns="45720" rIns="91440" bIns="45720" anchor="ctr">
            <a:noAutofit/>
          </a:bodyPr>
          <a:lstStyle>
            <a:lvl1pPr indent="0" defTabSz="457200">
              <a:lnSpc>
                <a:spcPct val="100000"/>
              </a:lnSpc>
              <a:buNone/>
              <a:defRPr lang="it-IT" sz="900" b="0" strike="noStrike" spc="-1">
                <a:solidFill>
                  <a:srgbClr val="FFFFFF"/>
                </a:solidFill>
                <a:latin typeface="Calibri"/>
              </a:defRPr>
            </a:lvl1pPr>
          </a:lstStyle>
          <a:p>
            <a:pPr indent="0" defTabSz="457200">
              <a:lnSpc>
                <a:spcPct val="100000"/>
              </a:lnSpc>
              <a:buNone/>
            </a:pPr>
            <a:r>
              <a:rPr lang="it-IT" sz="900" b="0" strike="noStrike" spc="-1">
                <a:solidFill>
                  <a:srgbClr val="FFFFFF"/>
                </a:solidFill>
                <a:latin typeface="Calibri"/>
              </a:rPr>
              <a:t>&lt;date/time&gt;</a:t>
            </a:r>
            <a:endParaRPr lang="en-US" sz="900" b="0" strike="noStrike" spc="-1">
              <a:solidFill>
                <a:srgbClr val="000000"/>
              </a:solidFill>
              <a:latin typeface="Times New Roman"/>
            </a:endParaRPr>
          </a:p>
        </p:txBody>
      </p:sp>
      <p:sp>
        <p:nvSpPr>
          <p:cNvPr id="49" name="PlaceHolder 4"/>
          <p:cNvSpPr>
            <a:spLocks noGrp="1"/>
          </p:cNvSpPr>
          <p:nvPr>
            <p:ph type="ftr" idx="14"/>
          </p:nvPr>
        </p:nvSpPr>
        <p:spPr>
          <a:xfrm>
            <a:off x="3686040" y="6459840"/>
            <a:ext cx="482256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50" name="PlaceHolder 5"/>
          <p:cNvSpPr>
            <a:spLocks noGrp="1"/>
          </p:cNvSpPr>
          <p:nvPr>
            <p:ph type="sldNum" idx="15"/>
          </p:nvPr>
        </p:nvSpPr>
        <p:spPr>
          <a:xfrm>
            <a:off x="9900360" y="6459840"/>
            <a:ext cx="1311840" cy="364680"/>
          </a:xfrm>
          <a:prstGeom prst="rect">
            <a:avLst/>
          </a:prstGeom>
          <a:noFill/>
          <a:ln w="0">
            <a:noFill/>
          </a:ln>
        </p:spPr>
        <p:txBody>
          <a:bodyPr lIns="91440" tIns="45720" rIns="91440" bIns="45720" anchor="ctr">
            <a:noAutofit/>
          </a:bodyPr>
          <a:lstStyle>
            <a:lvl1pPr indent="0" algn="r" defTabSz="457200">
              <a:lnSpc>
                <a:spcPct val="100000"/>
              </a:lnSpc>
              <a:buNone/>
              <a:defRPr lang="it-IT" sz="1050" b="0" strike="noStrike" spc="-1">
                <a:solidFill>
                  <a:srgbClr val="FFFFFF"/>
                </a:solidFill>
                <a:latin typeface="Calibri"/>
              </a:defRPr>
            </a:lvl1pPr>
          </a:lstStyle>
          <a:p>
            <a:pPr indent="0" algn="r" defTabSz="457200">
              <a:lnSpc>
                <a:spcPct val="100000"/>
              </a:lnSpc>
              <a:buNone/>
            </a:pPr>
            <a:fld id="{E92C1E3C-630D-4356-91A3-309E3B2793E3}" type="slidenum">
              <a:rPr lang="it-IT" sz="1050" b="0" strike="noStrike" spc="-1">
                <a:solidFill>
                  <a:srgbClr val="FFFFFF"/>
                </a:solidFill>
                <a:latin typeface="Calibri"/>
              </a:rPr>
              <a:t>‹#›</a:t>
            </a:fld>
            <a:endParaRPr lang="en-US" sz="1050" b="0" strike="noStrike" spc="-1">
              <a:solidFill>
                <a:srgbClr val="000000"/>
              </a:solidFill>
              <a:latin typeface="Times New Roman"/>
            </a:endParaRPr>
          </a:p>
        </p:txBody>
      </p:sp>
      <p:cxnSp>
        <p:nvCxnSpPr>
          <p:cNvPr id="51" name="Straight Connector 8"/>
          <p:cNvCxnSpPr/>
          <p:nvPr/>
        </p:nvCxnSpPr>
        <p:spPr>
          <a:xfrm>
            <a:off x="1207440" y="4343400"/>
            <a:ext cx="9875880" cy="360"/>
          </a:xfrm>
          <a:prstGeom prst="straightConnector1">
            <a:avLst/>
          </a:prstGeom>
          <a:ln w="6350">
            <a:solidFill>
              <a:srgbClr val="000000">
                <a:lumMod val="50000"/>
                <a:lumOff val="50000"/>
              </a:srgbClr>
            </a:solidFill>
            <a:round/>
          </a:ln>
        </p:spPr>
      </p:cxn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 name="Rectangle 6"/>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3" name="Rectangle 8"/>
          <p:cNvSpPr/>
          <p:nvPr/>
        </p:nvSpPr>
        <p:spPr>
          <a:xfrm>
            <a:off x="0" y="6334200"/>
            <a:ext cx="12191760" cy="65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0880" rIns="90000" bIns="20880" anchor="t">
            <a:noAutofit/>
          </a:bodyPr>
          <a:lstStyle/>
          <a:p>
            <a:endParaRPr lang="en-US" sz="1800" b="0" strike="noStrike" spc="-1">
              <a:solidFill>
                <a:srgbClr val="FFFFFF"/>
              </a:solidFill>
              <a:latin typeface="Arial"/>
            </a:endParaRPr>
          </a:p>
        </p:txBody>
      </p:sp>
      <p:cxnSp>
        <p:nvCxnSpPr>
          <p:cNvPr id="54"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55" name="PlaceHolder 1"/>
          <p:cNvSpPr>
            <a:spLocks noGrp="1"/>
          </p:cNvSpPr>
          <p:nvPr>
            <p:ph type="title"/>
          </p:nvPr>
        </p:nvSpPr>
        <p:spPr>
          <a:xfrm>
            <a:off x="1097280" y="286560"/>
            <a:ext cx="10058040" cy="1450440"/>
          </a:xfrm>
          <a:prstGeom prst="rect">
            <a:avLst/>
          </a:prstGeom>
          <a:noFill/>
          <a:ln w="0">
            <a:noFill/>
          </a:ln>
        </p:spPr>
        <p:txBody>
          <a:bodyPr lIns="91440" tIns="45720" rIns="91440" bIns="45720" anchor="b">
            <a:noAutofit/>
          </a:bodyPr>
          <a:lstStyle/>
          <a:p>
            <a:pPr indent="0" defTabSz="914400">
              <a:lnSpc>
                <a:spcPct val="85000"/>
              </a:lnSpc>
              <a:buNone/>
            </a:pPr>
            <a:r>
              <a:rPr lang="en-US" sz="4800" b="0" strike="noStrike" spc="-52">
                <a:solidFill>
                  <a:schemeClr val="dk1">
                    <a:lumMod val="75000"/>
                    <a:lumOff val="25000"/>
                  </a:schemeClr>
                </a:solidFill>
                <a:latin typeface="Calibri Light"/>
              </a:rPr>
              <a:t>Click to edit Master title style</a:t>
            </a:r>
            <a:endParaRPr lang="en-US" sz="4800" b="0" strike="noStrike" spc="-1">
              <a:solidFill>
                <a:schemeClr val="dk1"/>
              </a:solidFill>
              <a:latin typeface="Calibri"/>
            </a:endParaRPr>
          </a:p>
        </p:txBody>
      </p:sp>
      <p:sp>
        <p:nvSpPr>
          <p:cNvPr id="56" name="PlaceHolder 2"/>
          <p:cNvSpPr>
            <a:spLocks noGrp="1"/>
          </p:cNvSpPr>
          <p:nvPr>
            <p:ph type="body"/>
          </p:nvPr>
        </p:nvSpPr>
        <p:spPr>
          <a:xfrm>
            <a:off x="1097280" y="1845720"/>
            <a:ext cx="4937400" cy="4023000"/>
          </a:xfrm>
          <a:prstGeom prst="rect">
            <a:avLst/>
          </a:prstGeom>
          <a:noFill/>
          <a:ln w="0">
            <a:noFill/>
          </a:ln>
        </p:spPr>
        <p:txBody>
          <a:bodyPr lIns="0" tIns="45720" rIns="0" bIns="45720" anchor="t">
            <a:noAutofit/>
          </a:bodyPr>
          <a:lstStyle/>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Click to edit Master text styles</a:t>
            </a:r>
          </a:p>
          <a:p>
            <a:pPr marL="384120" lvl="1" indent="-182880" defTabSz="914400">
              <a:lnSpc>
                <a:spcPct val="90000"/>
              </a:lnSpc>
              <a:spcBef>
                <a:spcPts val="201"/>
              </a:spcBef>
              <a:spcAft>
                <a:spcPts val="400"/>
              </a:spcAft>
              <a:buClr>
                <a:srgbClr val="E48312"/>
              </a:buClr>
              <a:buFont typeface="Calibri"/>
              <a:buChar char="◦"/>
            </a:pPr>
            <a:r>
              <a:rPr lang="en-US" sz="1800" b="0" strike="noStrike" spc="-1">
                <a:solidFill>
                  <a:schemeClr val="dk1">
                    <a:lumMod val="75000"/>
                    <a:lumOff val="25000"/>
                  </a:schemeClr>
                </a:solidFill>
                <a:latin typeface="Calibri"/>
              </a:rPr>
              <a:t>Second level</a:t>
            </a:r>
          </a:p>
          <a:p>
            <a:pPr marL="567000" lvl="2"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Third level</a:t>
            </a:r>
          </a:p>
          <a:p>
            <a:pPr marL="749880" lvl="3"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Fourth level</a:t>
            </a:r>
          </a:p>
          <a:p>
            <a:pPr marL="932760" lvl="4"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Fifth level</a:t>
            </a:r>
          </a:p>
        </p:txBody>
      </p:sp>
      <p:sp>
        <p:nvSpPr>
          <p:cNvPr id="57" name="PlaceHolder 3"/>
          <p:cNvSpPr>
            <a:spLocks noGrp="1"/>
          </p:cNvSpPr>
          <p:nvPr>
            <p:ph type="body"/>
          </p:nvPr>
        </p:nvSpPr>
        <p:spPr>
          <a:xfrm>
            <a:off x="6217920" y="1845720"/>
            <a:ext cx="4937400" cy="4023000"/>
          </a:xfrm>
          <a:prstGeom prst="rect">
            <a:avLst/>
          </a:prstGeom>
          <a:noFill/>
          <a:ln w="0">
            <a:noFill/>
          </a:ln>
        </p:spPr>
        <p:txBody>
          <a:bodyPr lIns="0" tIns="45720" rIns="0" bIns="45720" anchor="t">
            <a:noAutofit/>
          </a:bodyPr>
          <a:lstStyle/>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Click to edit Master text styles</a:t>
            </a:r>
          </a:p>
          <a:p>
            <a:pPr marL="384120" lvl="1" indent="-182880" defTabSz="914400">
              <a:lnSpc>
                <a:spcPct val="90000"/>
              </a:lnSpc>
              <a:spcBef>
                <a:spcPts val="201"/>
              </a:spcBef>
              <a:spcAft>
                <a:spcPts val="400"/>
              </a:spcAft>
              <a:buClr>
                <a:srgbClr val="E48312"/>
              </a:buClr>
              <a:buFont typeface="Calibri"/>
              <a:buChar char="◦"/>
            </a:pPr>
            <a:r>
              <a:rPr lang="en-US" sz="1800" b="0" strike="noStrike" spc="-1">
                <a:solidFill>
                  <a:schemeClr val="dk1">
                    <a:lumMod val="75000"/>
                    <a:lumOff val="25000"/>
                  </a:schemeClr>
                </a:solidFill>
                <a:latin typeface="Calibri"/>
              </a:rPr>
              <a:t>Second level</a:t>
            </a:r>
          </a:p>
          <a:p>
            <a:pPr marL="567000" lvl="2"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Third level</a:t>
            </a:r>
          </a:p>
          <a:p>
            <a:pPr marL="749880" lvl="3"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Fourth level</a:t>
            </a:r>
          </a:p>
          <a:p>
            <a:pPr marL="932760" lvl="4"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Fifth level</a:t>
            </a:r>
          </a:p>
        </p:txBody>
      </p:sp>
      <p:sp>
        <p:nvSpPr>
          <p:cNvPr id="58" name="PlaceHolder 4"/>
          <p:cNvSpPr>
            <a:spLocks noGrp="1"/>
          </p:cNvSpPr>
          <p:nvPr>
            <p:ph type="dt" idx="16"/>
          </p:nvPr>
        </p:nvSpPr>
        <p:spPr>
          <a:xfrm>
            <a:off x="1097280" y="6459840"/>
            <a:ext cx="2471760" cy="364680"/>
          </a:xfrm>
          <a:prstGeom prst="rect">
            <a:avLst/>
          </a:prstGeom>
          <a:noFill/>
          <a:ln w="0">
            <a:noFill/>
          </a:ln>
        </p:spPr>
        <p:txBody>
          <a:bodyPr lIns="91440" tIns="45720" rIns="91440" bIns="45720" anchor="ctr">
            <a:noAutofit/>
          </a:bodyPr>
          <a:lstStyle>
            <a:lvl1pPr indent="0" defTabSz="457200">
              <a:lnSpc>
                <a:spcPct val="100000"/>
              </a:lnSpc>
              <a:buNone/>
              <a:defRPr lang="it-IT" sz="900" b="0" strike="noStrike" spc="-1">
                <a:solidFill>
                  <a:srgbClr val="FFFFFF"/>
                </a:solidFill>
                <a:latin typeface="Calibri"/>
              </a:defRPr>
            </a:lvl1pPr>
          </a:lstStyle>
          <a:p>
            <a:pPr indent="0" defTabSz="457200">
              <a:lnSpc>
                <a:spcPct val="100000"/>
              </a:lnSpc>
              <a:buNone/>
            </a:pPr>
            <a:r>
              <a:rPr lang="it-IT" sz="900" b="0" strike="noStrike" spc="-1">
                <a:solidFill>
                  <a:srgbClr val="FFFFFF"/>
                </a:solidFill>
                <a:latin typeface="Calibri"/>
              </a:rPr>
              <a:t>&lt;date/time&gt;</a:t>
            </a:r>
            <a:endParaRPr lang="en-US" sz="900" b="0" strike="noStrike" spc="-1">
              <a:solidFill>
                <a:srgbClr val="000000"/>
              </a:solidFill>
              <a:latin typeface="Times New Roman"/>
            </a:endParaRPr>
          </a:p>
        </p:txBody>
      </p:sp>
      <p:sp>
        <p:nvSpPr>
          <p:cNvPr id="59" name="PlaceHolder 5"/>
          <p:cNvSpPr>
            <a:spLocks noGrp="1"/>
          </p:cNvSpPr>
          <p:nvPr>
            <p:ph type="ftr" idx="17"/>
          </p:nvPr>
        </p:nvSpPr>
        <p:spPr>
          <a:xfrm>
            <a:off x="3686040" y="6459840"/>
            <a:ext cx="482256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60" name="PlaceHolder 6"/>
          <p:cNvSpPr>
            <a:spLocks noGrp="1"/>
          </p:cNvSpPr>
          <p:nvPr>
            <p:ph type="sldNum" idx="18"/>
          </p:nvPr>
        </p:nvSpPr>
        <p:spPr>
          <a:xfrm>
            <a:off x="9900360" y="6459840"/>
            <a:ext cx="1311840" cy="364680"/>
          </a:xfrm>
          <a:prstGeom prst="rect">
            <a:avLst/>
          </a:prstGeom>
          <a:noFill/>
          <a:ln w="0">
            <a:noFill/>
          </a:ln>
        </p:spPr>
        <p:txBody>
          <a:bodyPr lIns="91440" tIns="45720" rIns="91440" bIns="45720" anchor="ctr">
            <a:noAutofit/>
          </a:bodyPr>
          <a:lstStyle>
            <a:lvl1pPr indent="0" algn="r" defTabSz="457200">
              <a:lnSpc>
                <a:spcPct val="100000"/>
              </a:lnSpc>
              <a:buNone/>
              <a:defRPr lang="it-IT" sz="1050" b="0" strike="noStrike" spc="-1">
                <a:solidFill>
                  <a:srgbClr val="FFFFFF"/>
                </a:solidFill>
                <a:latin typeface="Calibri"/>
              </a:defRPr>
            </a:lvl1pPr>
          </a:lstStyle>
          <a:p>
            <a:pPr indent="0" algn="r" defTabSz="457200">
              <a:lnSpc>
                <a:spcPct val="100000"/>
              </a:lnSpc>
              <a:buNone/>
            </a:pPr>
            <a:fld id="{5F82552F-381A-450A-BC7F-C729FAFBD616}" type="slidenum">
              <a:rPr lang="it-IT" sz="1050" b="0" strike="noStrike" spc="-1">
                <a:solidFill>
                  <a:srgbClr val="FFFFFF"/>
                </a:solidFill>
                <a:latin typeface="Calibri"/>
              </a:rPr>
              <a:t>‹#›</a:t>
            </a:fld>
            <a:endParaRPr lang="en-US" sz="105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 name="Rectangle 6"/>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5" name="Rectangle 8"/>
          <p:cNvSpPr/>
          <p:nvPr/>
        </p:nvSpPr>
        <p:spPr>
          <a:xfrm>
            <a:off x="0" y="6334200"/>
            <a:ext cx="12191760" cy="65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0880" rIns="90000" bIns="20880" anchor="t">
            <a:noAutofit/>
          </a:bodyPr>
          <a:lstStyle/>
          <a:p>
            <a:endParaRPr lang="en-US" sz="1800" b="0" strike="noStrike" spc="-1">
              <a:solidFill>
                <a:srgbClr val="FFFFFF"/>
              </a:solidFill>
              <a:latin typeface="Arial"/>
            </a:endParaRPr>
          </a:p>
        </p:txBody>
      </p:sp>
      <p:cxnSp>
        <p:nvCxnSpPr>
          <p:cNvPr id="66"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67" name="PlaceHolder 1"/>
          <p:cNvSpPr>
            <a:spLocks noGrp="1"/>
          </p:cNvSpPr>
          <p:nvPr>
            <p:ph type="title"/>
          </p:nvPr>
        </p:nvSpPr>
        <p:spPr>
          <a:xfrm>
            <a:off x="1097280" y="286560"/>
            <a:ext cx="10058040" cy="1450440"/>
          </a:xfrm>
          <a:prstGeom prst="rect">
            <a:avLst/>
          </a:prstGeom>
          <a:noFill/>
          <a:ln w="0">
            <a:noFill/>
          </a:ln>
        </p:spPr>
        <p:txBody>
          <a:bodyPr lIns="91440" tIns="45720" rIns="91440" bIns="45720" anchor="b">
            <a:noAutofit/>
          </a:bodyPr>
          <a:lstStyle/>
          <a:p>
            <a:pPr indent="0" defTabSz="914400">
              <a:lnSpc>
                <a:spcPct val="85000"/>
              </a:lnSpc>
              <a:buNone/>
            </a:pPr>
            <a:r>
              <a:rPr lang="en-US" sz="4800" b="0" strike="noStrike" spc="-52">
                <a:solidFill>
                  <a:schemeClr val="dk1">
                    <a:lumMod val="75000"/>
                    <a:lumOff val="25000"/>
                  </a:schemeClr>
                </a:solidFill>
                <a:latin typeface="Calibri Light"/>
              </a:rPr>
              <a:t>Click to edit Master title style</a:t>
            </a:r>
            <a:endParaRPr lang="en-US" sz="4800" b="0" strike="noStrike" spc="-1">
              <a:solidFill>
                <a:schemeClr val="dk1"/>
              </a:solidFill>
              <a:latin typeface="Calibri"/>
            </a:endParaRPr>
          </a:p>
        </p:txBody>
      </p:sp>
      <p:sp>
        <p:nvSpPr>
          <p:cNvPr id="68" name="PlaceHolder 2"/>
          <p:cNvSpPr>
            <a:spLocks noGrp="1"/>
          </p:cNvSpPr>
          <p:nvPr>
            <p:ph type="body"/>
          </p:nvPr>
        </p:nvSpPr>
        <p:spPr>
          <a:xfrm>
            <a:off x="1097280" y="1846080"/>
            <a:ext cx="4937400" cy="735840"/>
          </a:xfrm>
          <a:prstGeom prst="rect">
            <a:avLst/>
          </a:prstGeom>
          <a:noFill/>
          <a:ln w="0">
            <a:noFill/>
          </a:ln>
        </p:spPr>
        <p:txBody>
          <a:bodyPr lIns="91440" tIns="45720" rIns="91440" bIns="45720" anchor="ctr">
            <a:normAutofit/>
          </a:bodyPr>
          <a:lstStyle/>
          <a:p>
            <a:pPr indent="0" defTabSz="914400">
              <a:lnSpc>
                <a:spcPct val="90000"/>
              </a:lnSpc>
              <a:spcBef>
                <a:spcPts val="1199"/>
              </a:spcBef>
              <a:spcAft>
                <a:spcPts val="201"/>
              </a:spcAft>
              <a:buNone/>
              <a:tabLst>
                <a:tab pos="0" algn="l"/>
              </a:tabLst>
            </a:pPr>
            <a:r>
              <a:rPr lang="en-US" sz="2000" b="0" strike="noStrike" cap="all" spc="-1">
                <a:solidFill>
                  <a:schemeClr val="dk2"/>
                </a:solidFill>
                <a:latin typeface="Calibri"/>
              </a:rPr>
              <a:t>Click to edit Master text styles</a:t>
            </a:r>
            <a:endParaRPr lang="en-US" sz="2000" b="0" strike="noStrike" spc="-1">
              <a:solidFill>
                <a:schemeClr val="dk1">
                  <a:lumMod val="75000"/>
                  <a:lumOff val="25000"/>
                </a:schemeClr>
              </a:solidFill>
              <a:latin typeface="Calibri"/>
            </a:endParaRPr>
          </a:p>
        </p:txBody>
      </p:sp>
      <p:sp>
        <p:nvSpPr>
          <p:cNvPr id="69" name="PlaceHolder 3"/>
          <p:cNvSpPr>
            <a:spLocks noGrp="1"/>
          </p:cNvSpPr>
          <p:nvPr>
            <p:ph type="body"/>
          </p:nvPr>
        </p:nvSpPr>
        <p:spPr>
          <a:xfrm>
            <a:off x="1097280" y="2582280"/>
            <a:ext cx="4937400" cy="3377880"/>
          </a:xfrm>
          <a:prstGeom prst="rect">
            <a:avLst/>
          </a:prstGeom>
          <a:noFill/>
          <a:ln w="0">
            <a:noFill/>
          </a:ln>
        </p:spPr>
        <p:txBody>
          <a:bodyPr lIns="0" tIns="45720" rIns="0" bIns="45720" anchor="t">
            <a:noAutofit/>
          </a:bodyPr>
          <a:lstStyle/>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Click to edit Master text styles</a:t>
            </a:r>
          </a:p>
          <a:p>
            <a:pPr marL="384120" lvl="1" indent="-182880" defTabSz="914400">
              <a:lnSpc>
                <a:spcPct val="90000"/>
              </a:lnSpc>
              <a:spcBef>
                <a:spcPts val="201"/>
              </a:spcBef>
              <a:spcAft>
                <a:spcPts val="400"/>
              </a:spcAft>
              <a:buClr>
                <a:srgbClr val="E48312"/>
              </a:buClr>
              <a:buFont typeface="Calibri"/>
              <a:buChar char="◦"/>
            </a:pPr>
            <a:r>
              <a:rPr lang="en-US" sz="1800" b="0" strike="noStrike" spc="-1">
                <a:solidFill>
                  <a:schemeClr val="dk1">
                    <a:lumMod val="75000"/>
                    <a:lumOff val="25000"/>
                  </a:schemeClr>
                </a:solidFill>
                <a:latin typeface="Calibri"/>
              </a:rPr>
              <a:t>Second level</a:t>
            </a:r>
          </a:p>
          <a:p>
            <a:pPr marL="567000" lvl="2"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Third level</a:t>
            </a:r>
          </a:p>
          <a:p>
            <a:pPr marL="749880" lvl="3"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Fourth level</a:t>
            </a:r>
          </a:p>
          <a:p>
            <a:pPr marL="932760" lvl="4"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Fifth level</a:t>
            </a:r>
          </a:p>
        </p:txBody>
      </p:sp>
      <p:sp>
        <p:nvSpPr>
          <p:cNvPr id="70" name="PlaceHolder 4"/>
          <p:cNvSpPr>
            <a:spLocks noGrp="1"/>
          </p:cNvSpPr>
          <p:nvPr>
            <p:ph type="body"/>
          </p:nvPr>
        </p:nvSpPr>
        <p:spPr>
          <a:xfrm>
            <a:off x="6217920" y="1846080"/>
            <a:ext cx="4937400" cy="735840"/>
          </a:xfrm>
          <a:prstGeom prst="rect">
            <a:avLst/>
          </a:prstGeom>
          <a:noFill/>
          <a:ln w="0">
            <a:noFill/>
          </a:ln>
        </p:spPr>
        <p:txBody>
          <a:bodyPr lIns="91440" tIns="45720" rIns="91440" bIns="45720" anchor="ctr">
            <a:normAutofit/>
          </a:bodyPr>
          <a:lstStyle/>
          <a:p>
            <a:pPr indent="0" defTabSz="914400">
              <a:lnSpc>
                <a:spcPct val="90000"/>
              </a:lnSpc>
              <a:spcBef>
                <a:spcPts val="1199"/>
              </a:spcBef>
              <a:spcAft>
                <a:spcPts val="201"/>
              </a:spcAft>
              <a:buNone/>
              <a:tabLst>
                <a:tab pos="0" algn="l"/>
              </a:tabLst>
            </a:pPr>
            <a:r>
              <a:rPr lang="en-US" sz="2000" b="0" strike="noStrike" cap="all" spc="-1">
                <a:solidFill>
                  <a:schemeClr val="dk2"/>
                </a:solidFill>
                <a:latin typeface="Calibri"/>
              </a:rPr>
              <a:t>Click to edit Master text styles</a:t>
            </a:r>
            <a:endParaRPr lang="en-US" sz="2000" b="0" strike="noStrike" spc="-1">
              <a:solidFill>
                <a:schemeClr val="dk1">
                  <a:lumMod val="75000"/>
                  <a:lumOff val="25000"/>
                </a:schemeClr>
              </a:solidFill>
              <a:latin typeface="Calibri"/>
            </a:endParaRPr>
          </a:p>
        </p:txBody>
      </p:sp>
      <p:sp>
        <p:nvSpPr>
          <p:cNvPr id="71" name="PlaceHolder 5"/>
          <p:cNvSpPr>
            <a:spLocks noGrp="1"/>
          </p:cNvSpPr>
          <p:nvPr>
            <p:ph type="body"/>
          </p:nvPr>
        </p:nvSpPr>
        <p:spPr>
          <a:xfrm>
            <a:off x="6217920" y="2582280"/>
            <a:ext cx="4937400" cy="3377880"/>
          </a:xfrm>
          <a:prstGeom prst="rect">
            <a:avLst/>
          </a:prstGeom>
          <a:noFill/>
          <a:ln w="0">
            <a:noFill/>
          </a:ln>
        </p:spPr>
        <p:txBody>
          <a:bodyPr lIns="0" tIns="45720" rIns="0" bIns="45720" anchor="t">
            <a:noAutofit/>
          </a:bodyPr>
          <a:lstStyle/>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Click to edit Master text styles</a:t>
            </a:r>
          </a:p>
          <a:p>
            <a:pPr marL="384120" lvl="1" indent="-182880" defTabSz="914400">
              <a:lnSpc>
                <a:spcPct val="90000"/>
              </a:lnSpc>
              <a:spcBef>
                <a:spcPts val="201"/>
              </a:spcBef>
              <a:spcAft>
                <a:spcPts val="400"/>
              </a:spcAft>
              <a:buClr>
                <a:srgbClr val="E48312"/>
              </a:buClr>
              <a:buFont typeface="Calibri"/>
              <a:buChar char="◦"/>
            </a:pPr>
            <a:r>
              <a:rPr lang="en-US" sz="1800" b="0" strike="noStrike" spc="-1">
                <a:solidFill>
                  <a:schemeClr val="dk1">
                    <a:lumMod val="75000"/>
                    <a:lumOff val="25000"/>
                  </a:schemeClr>
                </a:solidFill>
                <a:latin typeface="Calibri"/>
              </a:rPr>
              <a:t>Second level</a:t>
            </a:r>
          </a:p>
          <a:p>
            <a:pPr marL="567000" lvl="2"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Third level</a:t>
            </a:r>
          </a:p>
          <a:p>
            <a:pPr marL="749880" lvl="3"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Fourth level</a:t>
            </a:r>
          </a:p>
          <a:p>
            <a:pPr marL="932760" lvl="4"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Fifth level</a:t>
            </a:r>
          </a:p>
        </p:txBody>
      </p:sp>
      <p:sp>
        <p:nvSpPr>
          <p:cNvPr id="72" name="PlaceHolder 6"/>
          <p:cNvSpPr>
            <a:spLocks noGrp="1"/>
          </p:cNvSpPr>
          <p:nvPr>
            <p:ph type="dt" idx="19"/>
          </p:nvPr>
        </p:nvSpPr>
        <p:spPr>
          <a:xfrm>
            <a:off x="1097280" y="6459840"/>
            <a:ext cx="2471760" cy="364680"/>
          </a:xfrm>
          <a:prstGeom prst="rect">
            <a:avLst/>
          </a:prstGeom>
          <a:noFill/>
          <a:ln w="0">
            <a:noFill/>
          </a:ln>
        </p:spPr>
        <p:txBody>
          <a:bodyPr lIns="91440" tIns="45720" rIns="91440" bIns="45720" anchor="ctr">
            <a:noAutofit/>
          </a:bodyPr>
          <a:lstStyle>
            <a:lvl1pPr indent="0" defTabSz="457200">
              <a:lnSpc>
                <a:spcPct val="100000"/>
              </a:lnSpc>
              <a:buNone/>
              <a:defRPr lang="it-IT" sz="900" b="0" strike="noStrike" spc="-1">
                <a:solidFill>
                  <a:srgbClr val="FFFFFF"/>
                </a:solidFill>
                <a:latin typeface="Calibri"/>
              </a:defRPr>
            </a:lvl1pPr>
          </a:lstStyle>
          <a:p>
            <a:pPr indent="0" defTabSz="457200">
              <a:lnSpc>
                <a:spcPct val="100000"/>
              </a:lnSpc>
              <a:buNone/>
            </a:pPr>
            <a:r>
              <a:rPr lang="it-IT" sz="900" b="0" strike="noStrike" spc="-1">
                <a:solidFill>
                  <a:srgbClr val="FFFFFF"/>
                </a:solidFill>
                <a:latin typeface="Calibri"/>
              </a:rPr>
              <a:t>&lt;date/time&gt;</a:t>
            </a:r>
            <a:endParaRPr lang="en-US" sz="900" b="0" strike="noStrike" spc="-1">
              <a:solidFill>
                <a:srgbClr val="000000"/>
              </a:solidFill>
              <a:latin typeface="Times New Roman"/>
            </a:endParaRPr>
          </a:p>
        </p:txBody>
      </p:sp>
      <p:sp>
        <p:nvSpPr>
          <p:cNvPr id="73" name="PlaceHolder 7"/>
          <p:cNvSpPr>
            <a:spLocks noGrp="1"/>
          </p:cNvSpPr>
          <p:nvPr>
            <p:ph type="ftr" idx="20"/>
          </p:nvPr>
        </p:nvSpPr>
        <p:spPr>
          <a:xfrm>
            <a:off x="3686040" y="6459840"/>
            <a:ext cx="482256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74" name="PlaceHolder 8"/>
          <p:cNvSpPr>
            <a:spLocks noGrp="1"/>
          </p:cNvSpPr>
          <p:nvPr>
            <p:ph type="sldNum" idx="21"/>
          </p:nvPr>
        </p:nvSpPr>
        <p:spPr>
          <a:xfrm>
            <a:off x="9900360" y="6459840"/>
            <a:ext cx="1311840" cy="364680"/>
          </a:xfrm>
          <a:prstGeom prst="rect">
            <a:avLst/>
          </a:prstGeom>
          <a:noFill/>
          <a:ln w="0">
            <a:noFill/>
          </a:ln>
        </p:spPr>
        <p:txBody>
          <a:bodyPr lIns="91440" tIns="45720" rIns="91440" bIns="45720" anchor="ctr">
            <a:noAutofit/>
          </a:bodyPr>
          <a:lstStyle>
            <a:lvl1pPr indent="0" algn="r" defTabSz="457200">
              <a:lnSpc>
                <a:spcPct val="100000"/>
              </a:lnSpc>
              <a:buNone/>
              <a:defRPr lang="it-IT" sz="1050" b="0" strike="noStrike" spc="-1">
                <a:solidFill>
                  <a:srgbClr val="FFFFFF"/>
                </a:solidFill>
                <a:latin typeface="Calibri"/>
              </a:defRPr>
            </a:lvl1pPr>
          </a:lstStyle>
          <a:p>
            <a:pPr indent="0" algn="r" defTabSz="457200">
              <a:lnSpc>
                <a:spcPct val="100000"/>
              </a:lnSpc>
              <a:buNone/>
            </a:pPr>
            <a:fld id="{71DB6939-8C87-4C7E-93F1-AB7F0BEA5541}" type="slidenum">
              <a:rPr lang="it-IT" sz="1050" b="0" strike="noStrike" spc="-1">
                <a:solidFill>
                  <a:srgbClr val="FFFFFF"/>
                </a:solidFill>
                <a:latin typeface="Calibri"/>
              </a:rPr>
              <a:t>‹#›</a:t>
            </a:fld>
            <a:endParaRPr lang="en-US" sz="105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 name="Rectangle 6"/>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76" name="Rectangle 8"/>
          <p:cNvSpPr/>
          <p:nvPr/>
        </p:nvSpPr>
        <p:spPr>
          <a:xfrm>
            <a:off x="0" y="6334200"/>
            <a:ext cx="12191760" cy="65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0880" rIns="90000" bIns="20880" anchor="t">
            <a:noAutofit/>
          </a:bodyPr>
          <a:lstStyle/>
          <a:p>
            <a:endParaRPr lang="en-US" sz="1800" b="0" strike="noStrike" spc="-1">
              <a:solidFill>
                <a:srgbClr val="FFFFFF"/>
              </a:solidFill>
              <a:latin typeface="Arial"/>
            </a:endParaRPr>
          </a:p>
        </p:txBody>
      </p:sp>
      <p:cxnSp>
        <p:nvCxnSpPr>
          <p:cNvPr id="77"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78" name="PlaceHolder 1"/>
          <p:cNvSpPr>
            <a:spLocks noGrp="1"/>
          </p:cNvSpPr>
          <p:nvPr>
            <p:ph type="title"/>
          </p:nvPr>
        </p:nvSpPr>
        <p:spPr>
          <a:xfrm>
            <a:off x="1097280" y="286560"/>
            <a:ext cx="10058040" cy="1450440"/>
          </a:xfrm>
          <a:prstGeom prst="rect">
            <a:avLst/>
          </a:prstGeom>
          <a:noFill/>
          <a:ln w="0">
            <a:noFill/>
          </a:ln>
        </p:spPr>
        <p:txBody>
          <a:bodyPr lIns="91440" tIns="45720" rIns="91440" bIns="45720" anchor="b">
            <a:noAutofit/>
          </a:bodyPr>
          <a:lstStyle/>
          <a:p>
            <a:pPr indent="0" defTabSz="914400">
              <a:lnSpc>
                <a:spcPct val="85000"/>
              </a:lnSpc>
              <a:buNone/>
            </a:pPr>
            <a:r>
              <a:rPr lang="en-US" sz="4800" b="0" strike="noStrike" spc="-52">
                <a:solidFill>
                  <a:schemeClr val="dk1">
                    <a:lumMod val="75000"/>
                    <a:lumOff val="25000"/>
                  </a:schemeClr>
                </a:solidFill>
                <a:latin typeface="Calibri Light"/>
              </a:rPr>
              <a:t>Click to edit Master title style</a:t>
            </a:r>
            <a:endParaRPr lang="en-US" sz="4800" b="0" strike="noStrike" spc="-1">
              <a:solidFill>
                <a:schemeClr val="dk1"/>
              </a:solidFill>
              <a:latin typeface="Calibri"/>
            </a:endParaRPr>
          </a:p>
        </p:txBody>
      </p:sp>
      <p:sp>
        <p:nvSpPr>
          <p:cNvPr id="79" name="PlaceHolder 2"/>
          <p:cNvSpPr>
            <a:spLocks noGrp="1"/>
          </p:cNvSpPr>
          <p:nvPr>
            <p:ph type="dt" idx="22"/>
          </p:nvPr>
        </p:nvSpPr>
        <p:spPr>
          <a:xfrm>
            <a:off x="1097280" y="6459840"/>
            <a:ext cx="2471760" cy="364680"/>
          </a:xfrm>
          <a:prstGeom prst="rect">
            <a:avLst/>
          </a:prstGeom>
          <a:noFill/>
          <a:ln w="0">
            <a:noFill/>
          </a:ln>
        </p:spPr>
        <p:txBody>
          <a:bodyPr lIns="91440" tIns="45720" rIns="91440" bIns="45720" anchor="ctr">
            <a:noAutofit/>
          </a:bodyPr>
          <a:lstStyle>
            <a:lvl1pPr indent="0" defTabSz="457200">
              <a:lnSpc>
                <a:spcPct val="100000"/>
              </a:lnSpc>
              <a:buNone/>
              <a:defRPr lang="it-IT" sz="900" b="0" strike="noStrike" spc="-1">
                <a:solidFill>
                  <a:srgbClr val="FFFFFF"/>
                </a:solidFill>
                <a:latin typeface="Calibri"/>
              </a:defRPr>
            </a:lvl1pPr>
          </a:lstStyle>
          <a:p>
            <a:pPr indent="0" defTabSz="457200">
              <a:lnSpc>
                <a:spcPct val="100000"/>
              </a:lnSpc>
              <a:buNone/>
            </a:pPr>
            <a:r>
              <a:rPr lang="it-IT" sz="900" b="0" strike="noStrike" spc="-1">
                <a:solidFill>
                  <a:srgbClr val="FFFFFF"/>
                </a:solidFill>
                <a:latin typeface="Calibri"/>
              </a:rPr>
              <a:t>&lt;date/time&gt;</a:t>
            </a:r>
            <a:endParaRPr lang="en-US" sz="900" b="0" strike="noStrike" spc="-1">
              <a:solidFill>
                <a:srgbClr val="000000"/>
              </a:solidFill>
              <a:latin typeface="Times New Roman"/>
            </a:endParaRPr>
          </a:p>
        </p:txBody>
      </p:sp>
      <p:sp>
        <p:nvSpPr>
          <p:cNvPr id="80" name="PlaceHolder 3"/>
          <p:cNvSpPr>
            <a:spLocks noGrp="1"/>
          </p:cNvSpPr>
          <p:nvPr>
            <p:ph type="ftr" idx="23"/>
          </p:nvPr>
        </p:nvSpPr>
        <p:spPr>
          <a:xfrm>
            <a:off x="3686040" y="6459840"/>
            <a:ext cx="482256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81" name="PlaceHolder 4"/>
          <p:cNvSpPr>
            <a:spLocks noGrp="1"/>
          </p:cNvSpPr>
          <p:nvPr>
            <p:ph type="sldNum" idx="24"/>
          </p:nvPr>
        </p:nvSpPr>
        <p:spPr>
          <a:xfrm>
            <a:off x="9900360" y="6459840"/>
            <a:ext cx="1311840" cy="364680"/>
          </a:xfrm>
          <a:prstGeom prst="rect">
            <a:avLst/>
          </a:prstGeom>
          <a:noFill/>
          <a:ln w="0">
            <a:noFill/>
          </a:ln>
        </p:spPr>
        <p:txBody>
          <a:bodyPr lIns="91440" tIns="45720" rIns="91440" bIns="45720" anchor="ctr">
            <a:noAutofit/>
          </a:bodyPr>
          <a:lstStyle>
            <a:lvl1pPr indent="0" algn="r" defTabSz="457200">
              <a:lnSpc>
                <a:spcPct val="100000"/>
              </a:lnSpc>
              <a:buNone/>
              <a:defRPr lang="it-IT" sz="1050" b="0" strike="noStrike" spc="-1">
                <a:solidFill>
                  <a:srgbClr val="FFFFFF"/>
                </a:solidFill>
                <a:latin typeface="Calibri"/>
              </a:defRPr>
            </a:lvl1pPr>
          </a:lstStyle>
          <a:p>
            <a:pPr indent="0" algn="r" defTabSz="457200">
              <a:lnSpc>
                <a:spcPct val="100000"/>
              </a:lnSpc>
              <a:buNone/>
            </a:pPr>
            <a:fld id="{3665D0A5-0DF9-45B0-B389-EC385D1ED16B}" type="slidenum">
              <a:rPr lang="it-IT" sz="1050" b="0" strike="noStrike" spc="-1">
                <a:solidFill>
                  <a:srgbClr val="FFFFFF"/>
                </a:solidFill>
                <a:latin typeface="Calibri"/>
              </a:rPr>
              <a:t>‹#›</a:t>
            </a:fld>
            <a:endParaRPr lang="en-US" sz="105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 name="Rectangle 6" hidden="1"/>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4" name="Rectangle 8" hidden="1"/>
          <p:cNvSpPr/>
          <p:nvPr/>
        </p:nvSpPr>
        <p:spPr>
          <a:xfrm>
            <a:off x="0" y="6334200"/>
            <a:ext cx="12191760" cy="65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0880" rIns="90000" bIns="20880" anchor="t">
            <a:noAutofit/>
          </a:bodyPr>
          <a:lstStyle/>
          <a:p>
            <a:endParaRPr lang="en-US" sz="1800" b="0" strike="noStrike" spc="-1">
              <a:solidFill>
                <a:srgbClr val="FFFFFF"/>
              </a:solidFill>
              <a:latin typeface="Arial"/>
            </a:endParaRPr>
          </a:p>
        </p:txBody>
      </p:sp>
      <p:cxnSp>
        <p:nvCxnSpPr>
          <p:cNvPr id="85"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86" name="Rectangle 4"/>
          <p:cNvSpPr/>
          <p:nvPr/>
        </p:nvSpPr>
        <p:spPr>
          <a:xfrm>
            <a:off x="3240" y="6400800"/>
            <a:ext cx="1218852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7" name="Rectangle 5"/>
          <p:cNvSpPr/>
          <p:nvPr/>
        </p:nvSpPr>
        <p:spPr>
          <a:xfrm>
            <a:off x="0" y="633420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19080" rIns="90000" bIns="19080" anchor="t">
            <a:noAutofit/>
          </a:bodyPr>
          <a:lstStyle/>
          <a:p>
            <a:endParaRPr lang="en-US" sz="1800" b="0" strike="noStrike" spc="-1">
              <a:solidFill>
                <a:srgbClr val="FFFFFF"/>
              </a:solidFill>
              <a:latin typeface="Arial"/>
            </a:endParaRPr>
          </a:p>
        </p:txBody>
      </p:sp>
      <p:sp>
        <p:nvSpPr>
          <p:cNvPr id="88" name="PlaceHolder 1"/>
          <p:cNvSpPr>
            <a:spLocks noGrp="1"/>
          </p:cNvSpPr>
          <p:nvPr>
            <p:ph type="dt" idx="25"/>
          </p:nvPr>
        </p:nvSpPr>
        <p:spPr>
          <a:xfrm>
            <a:off x="1097280" y="6459840"/>
            <a:ext cx="2471760" cy="364680"/>
          </a:xfrm>
          <a:prstGeom prst="rect">
            <a:avLst/>
          </a:prstGeom>
          <a:noFill/>
          <a:ln w="0">
            <a:noFill/>
          </a:ln>
        </p:spPr>
        <p:txBody>
          <a:bodyPr lIns="91440" tIns="45720" rIns="91440" bIns="45720" anchor="ctr">
            <a:noAutofit/>
          </a:bodyPr>
          <a:lstStyle>
            <a:lvl1pPr indent="0" defTabSz="457200">
              <a:lnSpc>
                <a:spcPct val="100000"/>
              </a:lnSpc>
              <a:buNone/>
              <a:defRPr lang="it-IT" sz="900" b="0" strike="noStrike" spc="-1">
                <a:solidFill>
                  <a:srgbClr val="FFFFFF"/>
                </a:solidFill>
                <a:latin typeface="Calibri"/>
              </a:defRPr>
            </a:lvl1pPr>
          </a:lstStyle>
          <a:p>
            <a:pPr indent="0" defTabSz="457200">
              <a:lnSpc>
                <a:spcPct val="100000"/>
              </a:lnSpc>
              <a:buNone/>
            </a:pPr>
            <a:r>
              <a:rPr lang="it-IT" sz="900" b="0" strike="noStrike" spc="-1">
                <a:solidFill>
                  <a:srgbClr val="FFFFFF"/>
                </a:solidFill>
                <a:latin typeface="Calibri"/>
              </a:rPr>
              <a:t>&lt;date/time&gt;</a:t>
            </a:r>
            <a:endParaRPr lang="en-US" sz="900" b="0" strike="noStrike" spc="-1">
              <a:solidFill>
                <a:srgbClr val="000000"/>
              </a:solidFill>
              <a:latin typeface="Times New Roman"/>
            </a:endParaRPr>
          </a:p>
        </p:txBody>
      </p:sp>
      <p:sp>
        <p:nvSpPr>
          <p:cNvPr id="89" name="PlaceHolder 2"/>
          <p:cNvSpPr>
            <a:spLocks noGrp="1"/>
          </p:cNvSpPr>
          <p:nvPr>
            <p:ph type="ftr" idx="26"/>
          </p:nvPr>
        </p:nvSpPr>
        <p:spPr>
          <a:xfrm>
            <a:off x="3686040" y="6459840"/>
            <a:ext cx="482256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90" name="PlaceHolder 3"/>
          <p:cNvSpPr>
            <a:spLocks noGrp="1"/>
          </p:cNvSpPr>
          <p:nvPr>
            <p:ph type="sldNum" idx="27"/>
          </p:nvPr>
        </p:nvSpPr>
        <p:spPr>
          <a:xfrm>
            <a:off x="9900360" y="6459840"/>
            <a:ext cx="1311840" cy="364680"/>
          </a:xfrm>
          <a:prstGeom prst="rect">
            <a:avLst/>
          </a:prstGeom>
          <a:noFill/>
          <a:ln w="0">
            <a:noFill/>
          </a:ln>
        </p:spPr>
        <p:txBody>
          <a:bodyPr lIns="91440" tIns="45720" rIns="91440" bIns="45720" anchor="ctr">
            <a:noAutofit/>
          </a:bodyPr>
          <a:lstStyle>
            <a:lvl1pPr indent="0" algn="r" defTabSz="457200">
              <a:lnSpc>
                <a:spcPct val="100000"/>
              </a:lnSpc>
              <a:buNone/>
              <a:defRPr lang="it-IT" sz="1050" b="0" strike="noStrike" spc="-1">
                <a:solidFill>
                  <a:srgbClr val="FFFFFF"/>
                </a:solidFill>
                <a:latin typeface="Calibri"/>
              </a:defRPr>
            </a:lvl1pPr>
          </a:lstStyle>
          <a:p>
            <a:pPr indent="0" algn="r" defTabSz="457200">
              <a:lnSpc>
                <a:spcPct val="100000"/>
              </a:lnSpc>
              <a:buNone/>
            </a:pPr>
            <a:fld id="{D0DF817D-B9DA-4B6E-927E-CA2C2B21BD1B}" type="slidenum">
              <a:rPr lang="it-IT" sz="1050" b="0" strike="noStrike" spc="-1">
                <a:solidFill>
                  <a:srgbClr val="FFFFFF"/>
                </a:solidFill>
                <a:latin typeface="Calibri"/>
              </a:rPr>
              <a:t>‹#›</a:t>
            </a:fld>
            <a:endParaRPr lang="en-US" sz="105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 name="Rectangle 6" hidden="1"/>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2" name="Rectangle 8" hidden="1"/>
          <p:cNvSpPr/>
          <p:nvPr/>
        </p:nvSpPr>
        <p:spPr>
          <a:xfrm>
            <a:off x="0" y="6334200"/>
            <a:ext cx="12191760" cy="65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0880" rIns="90000" bIns="20880" anchor="t">
            <a:noAutofit/>
          </a:bodyPr>
          <a:lstStyle/>
          <a:p>
            <a:endParaRPr lang="en-US" sz="1800" b="0" strike="noStrike" spc="-1">
              <a:solidFill>
                <a:srgbClr val="FFFFFF"/>
              </a:solidFill>
              <a:latin typeface="Arial"/>
            </a:endParaRPr>
          </a:p>
        </p:txBody>
      </p:sp>
      <p:cxnSp>
        <p:nvCxnSpPr>
          <p:cNvPr id="93"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94" name="Rectangle 7"/>
          <p:cNvSpPr/>
          <p:nvPr/>
        </p:nvSpPr>
        <p:spPr>
          <a:xfrm>
            <a:off x="0" y="0"/>
            <a:ext cx="4050360" cy="6857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5" name="Rectangle 8"/>
          <p:cNvSpPr/>
          <p:nvPr/>
        </p:nvSpPr>
        <p:spPr>
          <a:xfrm>
            <a:off x="4039920" y="0"/>
            <a:ext cx="63720" cy="6857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6" name="PlaceHolder 1"/>
          <p:cNvSpPr>
            <a:spLocks noGrp="1"/>
          </p:cNvSpPr>
          <p:nvPr>
            <p:ph type="title"/>
          </p:nvPr>
        </p:nvSpPr>
        <p:spPr>
          <a:xfrm>
            <a:off x="457200" y="594360"/>
            <a:ext cx="3200040" cy="2285640"/>
          </a:xfrm>
          <a:prstGeom prst="rect">
            <a:avLst/>
          </a:prstGeom>
          <a:noFill/>
          <a:ln w="0">
            <a:noFill/>
          </a:ln>
        </p:spPr>
        <p:txBody>
          <a:bodyPr lIns="91440" tIns="45720" rIns="91440" bIns="45720" anchor="b">
            <a:normAutofit/>
          </a:bodyPr>
          <a:lstStyle/>
          <a:p>
            <a:pPr indent="0" defTabSz="914400">
              <a:lnSpc>
                <a:spcPct val="85000"/>
              </a:lnSpc>
              <a:buNone/>
            </a:pPr>
            <a:r>
              <a:rPr lang="en-US" sz="3600" b="0" strike="noStrike" spc="-52">
                <a:solidFill>
                  <a:srgbClr val="FFFFFF"/>
                </a:solidFill>
                <a:latin typeface="Calibri Light"/>
              </a:rPr>
              <a:t>Click to edit Master title style</a:t>
            </a:r>
            <a:endParaRPr lang="en-US" sz="3600" b="0" strike="noStrike" spc="-1">
              <a:solidFill>
                <a:schemeClr val="dk1"/>
              </a:solidFill>
              <a:latin typeface="Calibri"/>
            </a:endParaRPr>
          </a:p>
        </p:txBody>
      </p:sp>
      <p:sp>
        <p:nvSpPr>
          <p:cNvPr id="97" name="PlaceHolder 2"/>
          <p:cNvSpPr>
            <a:spLocks noGrp="1"/>
          </p:cNvSpPr>
          <p:nvPr>
            <p:ph type="body"/>
          </p:nvPr>
        </p:nvSpPr>
        <p:spPr>
          <a:xfrm>
            <a:off x="4800600" y="731520"/>
            <a:ext cx="6491880" cy="5257440"/>
          </a:xfrm>
          <a:prstGeom prst="rect">
            <a:avLst/>
          </a:prstGeom>
          <a:noFill/>
          <a:ln w="0">
            <a:noFill/>
          </a:ln>
        </p:spPr>
        <p:txBody>
          <a:bodyPr lIns="0" tIns="45720" rIns="0" bIns="45720" anchor="t">
            <a:noAutofit/>
          </a:bodyPr>
          <a:lstStyle/>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Click to edit Master text styles</a:t>
            </a:r>
          </a:p>
          <a:p>
            <a:pPr marL="384120" lvl="1" indent="-182880" defTabSz="914400">
              <a:lnSpc>
                <a:spcPct val="90000"/>
              </a:lnSpc>
              <a:spcBef>
                <a:spcPts val="201"/>
              </a:spcBef>
              <a:spcAft>
                <a:spcPts val="400"/>
              </a:spcAft>
              <a:buClr>
                <a:srgbClr val="E48312"/>
              </a:buClr>
              <a:buFont typeface="Calibri"/>
              <a:buChar char="◦"/>
            </a:pPr>
            <a:r>
              <a:rPr lang="en-US" sz="1800" b="0" strike="noStrike" spc="-1">
                <a:solidFill>
                  <a:schemeClr val="dk1">
                    <a:lumMod val="75000"/>
                    <a:lumOff val="25000"/>
                  </a:schemeClr>
                </a:solidFill>
                <a:latin typeface="Calibri"/>
              </a:rPr>
              <a:t>Second level</a:t>
            </a:r>
          </a:p>
          <a:p>
            <a:pPr marL="567000" lvl="2"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Third level</a:t>
            </a:r>
          </a:p>
          <a:p>
            <a:pPr marL="749880" lvl="3"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Fourth level</a:t>
            </a:r>
          </a:p>
          <a:p>
            <a:pPr marL="932760" lvl="4" indent="-182880" defTabSz="914400">
              <a:lnSpc>
                <a:spcPct val="90000"/>
              </a:lnSpc>
              <a:spcBef>
                <a:spcPts val="201"/>
              </a:spcBef>
              <a:spcAft>
                <a:spcPts val="400"/>
              </a:spcAft>
              <a:buClr>
                <a:srgbClr val="E48312"/>
              </a:buClr>
              <a:buFont typeface="Calibri"/>
              <a:buChar char="◦"/>
            </a:pPr>
            <a:r>
              <a:rPr lang="en-US" sz="1400" b="0" strike="noStrike" spc="-1">
                <a:solidFill>
                  <a:schemeClr val="dk1">
                    <a:lumMod val="75000"/>
                    <a:lumOff val="25000"/>
                  </a:schemeClr>
                </a:solidFill>
                <a:latin typeface="Calibri"/>
              </a:rPr>
              <a:t>Fifth level</a:t>
            </a:r>
          </a:p>
        </p:txBody>
      </p:sp>
      <p:sp>
        <p:nvSpPr>
          <p:cNvPr id="98" name="PlaceHolder 3"/>
          <p:cNvSpPr>
            <a:spLocks noGrp="1"/>
          </p:cNvSpPr>
          <p:nvPr>
            <p:ph type="body"/>
          </p:nvPr>
        </p:nvSpPr>
        <p:spPr>
          <a:xfrm>
            <a:off x="457200" y="2926080"/>
            <a:ext cx="3200040" cy="3378600"/>
          </a:xfrm>
          <a:prstGeom prst="rect">
            <a:avLst/>
          </a:prstGeom>
          <a:noFill/>
          <a:ln w="0">
            <a:noFill/>
          </a:ln>
        </p:spPr>
        <p:txBody>
          <a:bodyPr lIns="91440" tIns="45720" rIns="91440" bIns="45720" anchor="t">
            <a:normAutofit/>
          </a:bodyPr>
          <a:lstStyle/>
          <a:p>
            <a:pPr indent="0" defTabSz="914400">
              <a:lnSpc>
                <a:spcPct val="90000"/>
              </a:lnSpc>
              <a:spcBef>
                <a:spcPts val="1199"/>
              </a:spcBef>
              <a:spcAft>
                <a:spcPts val="201"/>
              </a:spcAft>
              <a:buNone/>
              <a:tabLst>
                <a:tab pos="0" algn="l"/>
              </a:tabLst>
            </a:pPr>
            <a:r>
              <a:rPr lang="en-US" sz="1500" b="0" strike="noStrike" spc="-1">
                <a:solidFill>
                  <a:srgbClr val="FFFFFF"/>
                </a:solidFill>
                <a:latin typeface="Calibri"/>
              </a:rPr>
              <a:t>Click to edit Master text styles</a:t>
            </a:r>
            <a:endParaRPr lang="en-US" sz="1500" b="0" strike="noStrike" spc="-1">
              <a:solidFill>
                <a:schemeClr val="dk1">
                  <a:lumMod val="75000"/>
                  <a:lumOff val="25000"/>
                </a:schemeClr>
              </a:solidFill>
              <a:latin typeface="Calibri"/>
            </a:endParaRPr>
          </a:p>
        </p:txBody>
      </p:sp>
      <p:sp>
        <p:nvSpPr>
          <p:cNvPr id="99" name="PlaceHolder 4"/>
          <p:cNvSpPr>
            <a:spLocks noGrp="1"/>
          </p:cNvSpPr>
          <p:nvPr>
            <p:ph type="dt" idx="28"/>
          </p:nvPr>
        </p:nvSpPr>
        <p:spPr>
          <a:xfrm>
            <a:off x="465480" y="6459840"/>
            <a:ext cx="2618280" cy="364680"/>
          </a:xfrm>
          <a:prstGeom prst="rect">
            <a:avLst/>
          </a:prstGeom>
          <a:noFill/>
          <a:ln w="0">
            <a:noFill/>
          </a:ln>
        </p:spPr>
        <p:txBody>
          <a:bodyPr lIns="91440" tIns="45720" rIns="91440" bIns="45720" anchor="ctr">
            <a:noAutofit/>
          </a:bodyPr>
          <a:lstStyle>
            <a:lvl1pPr indent="0" defTabSz="457200">
              <a:lnSpc>
                <a:spcPct val="100000"/>
              </a:lnSpc>
              <a:buNone/>
              <a:defRPr lang="it-IT" sz="900" b="0" strike="noStrike" spc="-1">
                <a:solidFill>
                  <a:srgbClr val="FFFFFF"/>
                </a:solidFill>
                <a:latin typeface="Calibri"/>
              </a:defRPr>
            </a:lvl1pPr>
          </a:lstStyle>
          <a:p>
            <a:pPr indent="0" defTabSz="457200">
              <a:lnSpc>
                <a:spcPct val="100000"/>
              </a:lnSpc>
              <a:buNone/>
            </a:pPr>
            <a:r>
              <a:rPr lang="it-IT" sz="900" b="0" strike="noStrike" spc="-1">
                <a:solidFill>
                  <a:srgbClr val="FFFFFF"/>
                </a:solidFill>
                <a:latin typeface="Calibri"/>
              </a:rPr>
              <a:t>&lt;date/time&gt;</a:t>
            </a:r>
            <a:endParaRPr lang="en-US" sz="900" b="0" strike="noStrike" spc="-1">
              <a:solidFill>
                <a:srgbClr val="000000"/>
              </a:solidFill>
              <a:latin typeface="Times New Roman"/>
            </a:endParaRPr>
          </a:p>
        </p:txBody>
      </p:sp>
      <p:sp>
        <p:nvSpPr>
          <p:cNvPr id="100" name="PlaceHolder 5"/>
          <p:cNvSpPr>
            <a:spLocks noGrp="1"/>
          </p:cNvSpPr>
          <p:nvPr>
            <p:ph type="ftr" idx="29"/>
          </p:nvPr>
        </p:nvSpPr>
        <p:spPr>
          <a:xfrm>
            <a:off x="4800600" y="6459840"/>
            <a:ext cx="464796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01" name="PlaceHolder 6"/>
          <p:cNvSpPr>
            <a:spLocks noGrp="1"/>
          </p:cNvSpPr>
          <p:nvPr>
            <p:ph type="sldNum" idx="30"/>
          </p:nvPr>
        </p:nvSpPr>
        <p:spPr>
          <a:xfrm>
            <a:off x="9900360" y="6459840"/>
            <a:ext cx="1311840" cy="364680"/>
          </a:xfrm>
          <a:prstGeom prst="rect">
            <a:avLst/>
          </a:prstGeom>
          <a:noFill/>
          <a:ln w="0">
            <a:noFill/>
          </a:ln>
        </p:spPr>
        <p:txBody>
          <a:bodyPr lIns="91440" tIns="45720" rIns="91440" bIns="45720" anchor="ctr">
            <a:noAutofit/>
          </a:bodyPr>
          <a:lstStyle>
            <a:lvl1pPr indent="0" algn="r" defTabSz="457200">
              <a:lnSpc>
                <a:spcPct val="100000"/>
              </a:lnSpc>
              <a:buNone/>
              <a:defRPr lang="it-IT" sz="1050" b="0" strike="noStrike" spc="-1">
                <a:solidFill>
                  <a:schemeClr val="dk2"/>
                </a:solidFill>
                <a:latin typeface="Calibri"/>
              </a:defRPr>
            </a:lvl1pPr>
          </a:lstStyle>
          <a:p>
            <a:pPr indent="0" algn="r" defTabSz="457200">
              <a:lnSpc>
                <a:spcPct val="100000"/>
              </a:lnSpc>
              <a:buNone/>
            </a:pPr>
            <a:fld id="{A021DBE8-A595-4C40-A6B2-825249D478A8}" type="slidenum">
              <a:rPr lang="it-IT" sz="1050" b="0" strike="noStrike" spc="-1">
                <a:solidFill>
                  <a:schemeClr val="dk2"/>
                </a:solidFill>
                <a:latin typeface="Calibri"/>
              </a:rPr>
              <a:t>‹#›</a:t>
            </a:fld>
            <a:endParaRPr lang="en-US" sz="105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 name="Rectangle 6" hidden="1"/>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3" name="Rectangle 8" hidden="1"/>
          <p:cNvSpPr/>
          <p:nvPr/>
        </p:nvSpPr>
        <p:spPr>
          <a:xfrm>
            <a:off x="0" y="6334200"/>
            <a:ext cx="12191760" cy="65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0880" rIns="90000" bIns="20880" anchor="t">
            <a:noAutofit/>
          </a:bodyPr>
          <a:lstStyle/>
          <a:p>
            <a:endParaRPr lang="en-US" sz="1800" b="0" strike="noStrike" spc="-1">
              <a:solidFill>
                <a:srgbClr val="FFFFFF"/>
              </a:solidFill>
              <a:latin typeface="Arial"/>
            </a:endParaRPr>
          </a:p>
        </p:txBody>
      </p:sp>
      <p:cxnSp>
        <p:nvCxnSpPr>
          <p:cNvPr id="104"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105" name="Rectangle 7"/>
          <p:cNvSpPr/>
          <p:nvPr/>
        </p:nvSpPr>
        <p:spPr>
          <a:xfrm>
            <a:off x="0" y="4952880"/>
            <a:ext cx="12188520" cy="19047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6" name="Rectangle 8"/>
          <p:cNvSpPr/>
          <p:nvPr/>
        </p:nvSpPr>
        <p:spPr>
          <a:xfrm>
            <a:off x="0" y="491508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19080" rIns="90000" bIns="19080" anchor="t">
            <a:noAutofit/>
          </a:bodyPr>
          <a:lstStyle/>
          <a:p>
            <a:endParaRPr lang="en-US" sz="1800" b="0" strike="noStrike" spc="-1">
              <a:solidFill>
                <a:srgbClr val="FFFFFF"/>
              </a:solidFill>
              <a:latin typeface="Arial"/>
            </a:endParaRPr>
          </a:p>
        </p:txBody>
      </p:sp>
      <p:sp>
        <p:nvSpPr>
          <p:cNvPr id="107" name="PlaceHolder 1"/>
          <p:cNvSpPr>
            <a:spLocks noGrp="1"/>
          </p:cNvSpPr>
          <p:nvPr>
            <p:ph type="title"/>
          </p:nvPr>
        </p:nvSpPr>
        <p:spPr>
          <a:xfrm>
            <a:off x="1097280" y="5074920"/>
            <a:ext cx="10112760" cy="822600"/>
          </a:xfrm>
          <a:prstGeom prst="rect">
            <a:avLst/>
          </a:prstGeom>
          <a:noFill/>
          <a:ln w="0">
            <a:noFill/>
          </a:ln>
        </p:spPr>
        <p:txBody>
          <a:bodyPr lIns="91440" tIns="0" rIns="91440" bIns="0" anchor="b">
            <a:noAutofit/>
          </a:bodyPr>
          <a:lstStyle/>
          <a:p>
            <a:pPr indent="0" defTabSz="914400">
              <a:lnSpc>
                <a:spcPct val="85000"/>
              </a:lnSpc>
              <a:buNone/>
            </a:pPr>
            <a:r>
              <a:rPr lang="en-US" sz="3600" b="0" strike="noStrike" spc="-52">
                <a:solidFill>
                  <a:srgbClr val="FFFFFF"/>
                </a:solidFill>
                <a:latin typeface="Calibri Light"/>
              </a:rPr>
              <a:t>Click to edit Master title style</a:t>
            </a:r>
            <a:endParaRPr lang="en-US" sz="3600" b="0" strike="noStrike" spc="-1">
              <a:solidFill>
                <a:schemeClr val="dk1"/>
              </a:solidFill>
              <a:latin typeface="Calibri"/>
            </a:endParaRPr>
          </a:p>
        </p:txBody>
      </p:sp>
      <p:sp>
        <p:nvSpPr>
          <p:cNvPr id="108" name="PlaceHolder 2"/>
          <p:cNvSpPr>
            <a:spLocks noGrp="1"/>
          </p:cNvSpPr>
          <p:nvPr>
            <p:ph type="body"/>
          </p:nvPr>
        </p:nvSpPr>
        <p:spPr>
          <a:xfrm>
            <a:off x="0" y="0"/>
            <a:ext cx="12191760" cy="4914720"/>
          </a:xfrm>
          <a:prstGeom prst="rect">
            <a:avLst/>
          </a:prstGeom>
          <a:blipFill rotWithShape="0">
            <a:blip r:embed="rId3"/>
            <a:stretch/>
          </a:blipFill>
          <a:ln w="0">
            <a:noFill/>
          </a:ln>
        </p:spPr>
        <p:txBody>
          <a:bodyPr lIns="457200" tIns="457200" rIns="90000" bIns="45000" anchor="t">
            <a:noAutofit/>
          </a:bodyPr>
          <a:lstStyle/>
          <a:p>
            <a:pPr indent="0" defTabSz="457200">
              <a:lnSpc>
                <a:spcPct val="100000"/>
              </a:lnSpc>
              <a:buNone/>
              <a:tabLst>
                <a:tab pos="0" algn="l"/>
              </a:tabLst>
            </a:pPr>
            <a:r>
              <a:rPr lang="en-US" sz="3200" b="0" strike="noStrike" spc="-1">
                <a:solidFill>
                  <a:schemeClr val="lt1"/>
                </a:solidFill>
                <a:latin typeface="Calibri"/>
              </a:rPr>
              <a:t>Click icon to add picture</a:t>
            </a:r>
            <a:endParaRPr lang="en-US" sz="3200" b="0" strike="noStrike" spc="-1">
              <a:solidFill>
                <a:schemeClr val="dk1">
                  <a:lumMod val="75000"/>
                  <a:lumOff val="25000"/>
                </a:schemeClr>
              </a:solidFill>
              <a:latin typeface="Calibri"/>
            </a:endParaRPr>
          </a:p>
        </p:txBody>
      </p:sp>
      <p:sp>
        <p:nvSpPr>
          <p:cNvPr id="109" name="PlaceHolder 3"/>
          <p:cNvSpPr>
            <a:spLocks noGrp="1"/>
          </p:cNvSpPr>
          <p:nvPr>
            <p:ph type="body"/>
          </p:nvPr>
        </p:nvSpPr>
        <p:spPr>
          <a:xfrm>
            <a:off x="1097280" y="5906880"/>
            <a:ext cx="10112760" cy="594000"/>
          </a:xfrm>
          <a:prstGeom prst="rect">
            <a:avLst/>
          </a:prstGeom>
          <a:noFill/>
          <a:ln w="0">
            <a:noFill/>
          </a:ln>
        </p:spPr>
        <p:txBody>
          <a:bodyPr lIns="91440" tIns="0" rIns="91440" bIns="0" anchor="t">
            <a:normAutofit/>
          </a:bodyPr>
          <a:lstStyle/>
          <a:p>
            <a:pPr indent="0" defTabSz="914400">
              <a:lnSpc>
                <a:spcPct val="90000"/>
              </a:lnSpc>
              <a:spcAft>
                <a:spcPts val="601"/>
              </a:spcAft>
              <a:buNone/>
              <a:tabLst>
                <a:tab pos="0" algn="l"/>
              </a:tabLst>
            </a:pPr>
            <a:r>
              <a:rPr lang="en-US" sz="1500" b="0" strike="noStrike" spc="-1">
                <a:solidFill>
                  <a:srgbClr val="FFFFFF"/>
                </a:solidFill>
                <a:latin typeface="Calibri"/>
              </a:rPr>
              <a:t>Click to edit Master text styles</a:t>
            </a:r>
            <a:endParaRPr lang="en-US" sz="1500" b="0" strike="noStrike" spc="-1">
              <a:solidFill>
                <a:schemeClr val="dk1">
                  <a:lumMod val="75000"/>
                  <a:lumOff val="25000"/>
                </a:schemeClr>
              </a:solidFill>
              <a:latin typeface="Calibri"/>
            </a:endParaRPr>
          </a:p>
        </p:txBody>
      </p:sp>
      <p:sp>
        <p:nvSpPr>
          <p:cNvPr id="110" name="PlaceHolder 4"/>
          <p:cNvSpPr>
            <a:spLocks noGrp="1"/>
          </p:cNvSpPr>
          <p:nvPr>
            <p:ph type="dt" idx="31"/>
          </p:nvPr>
        </p:nvSpPr>
        <p:spPr>
          <a:xfrm>
            <a:off x="1097280" y="6459840"/>
            <a:ext cx="2471760" cy="364680"/>
          </a:xfrm>
          <a:prstGeom prst="rect">
            <a:avLst/>
          </a:prstGeom>
          <a:noFill/>
          <a:ln w="0">
            <a:noFill/>
          </a:ln>
        </p:spPr>
        <p:txBody>
          <a:bodyPr lIns="91440" tIns="45720" rIns="91440" bIns="45720" anchor="ctr">
            <a:noAutofit/>
          </a:bodyPr>
          <a:lstStyle>
            <a:lvl1pPr indent="0" defTabSz="457200">
              <a:lnSpc>
                <a:spcPct val="100000"/>
              </a:lnSpc>
              <a:buNone/>
              <a:defRPr lang="it-IT" sz="900" b="0" strike="noStrike" spc="-1">
                <a:solidFill>
                  <a:srgbClr val="FFFFFF"/>
                </a:solidFill>
                <a:latin typeface="Calibri"/>
              </a:defRPr>
            </a:lvl1pPr>
          </a:lstStyle>
          <a:p>
            <a:pPr indent="0" defTabSz="457200">
              <a:lnSpc>
                <a:spcPct val="100000"/>
              </a:lnSpc>
              <a:buNone/>
            </a:pPr>
            <a:r>
              <a:rPr lang="it-IT" sz="900" b="0" strike="noStrike" spc="-1">
                <a:solidFill>
                  <a:srgbClr val="FFFFFF"/>
                </a:solidFill>
                <a:latin typeface="Calibri"/>
              </a:rPr>
              <a:t>&lt;date/time&gt;</a:t>
            </a:r>
            <a:endParaRPr lang="en-US" sz="900" b="0" strike="noStrike" spc="-1">
              <a:solidFill>
                <a:srgbClr val="000000"/>
              </a:solidFill>
              <a:latin typeface="Times New Roman"/>
            </a:endParaRPr>
          </a:p>
        </p:txBody>
      </p:sp>
      <p:sp>
        <p:nvSpPr>
          <p:cNvPr id="111" name="PlaceHolder 5"/>
          <p:cNvSpPr>
            <a:spLocks noGrp="1"/>
          </p:cNvSpPr>
          <p:nvPr>
            <p:ph type="ftr" idx="32"/>
          </p:nvPr>
        </p:nvSpPr>
        <p:spPr>
          <a:xfrm>
            <a:off x="3686040" y="6459840"/>
            <a:ext cx="482256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12" name="PlaceHolder 6"/>
          <p:cNvSpPr>
            <a:spLocks noGrp="1"/>
          </p:cNvSpPr>
          <p:nvPr>
            <p:ph type="sldNum" idx="33"/>
          </p:nvPr>
        </p:nvSpPr>
        <p:spPr>
          <a:xfrm>
            <a:off x="9900360" y="6459840"/>
            <a:ext cx="1311840" cy="364680"/>
          </a:xfrm>
          <a:prstGeom prst="rect">
            <a:avLst/>
          </a:prstGeom>
          <a:noFill/>
          <a:ln w="0">
            <a:noFill/>
          </a:ln>
        </p:spPr>
        <p:txBody>
          <a:bodyPr lIns="91440" tIns="45720" rIns="91440" bIns="45720" anchor="ctr">
            <a:noAutofit/>
          </a:bodyPr>
          <a:lstStyle>
            <a:lvl1pPr indent="0" algn="r" defTabSz="457200">
              <a:lnSpc>
                <a:spcPct val="100000"/>
              </a:lnSpc>
              <a:buNone/>
              <a:defRPr lang="it-IT" sz="1050" b="0" strike="noStrike" spc="-1">
                <a:solidFill>
                  <a:srgbClr val="FFFFFF"/>
                </a:solidFill>
                <a:latin typeface="Calibri"/>
              </a:defRPr>
            </a:lvl1pPr>
          </a:lstStyle>
          <a:p>
            <a:pPr indent="0" algn="r" defTabSz="457200">
              <a:lnSpc>
                <a:spcPct val="100000"/>
              </a:lnSpc>
              <a:buNone/>
            </a:pPr>
            <a:fld id="{565E3739-2879-410A-9BB3-63C050842EC9}" type="slidenum">
              <a:rPr lang="it-IT" sz="1050" b="0" strike="noStrike" spc="-1">
                <a:solidFill>
                  <a:srgbClr val="FFFFFF"/>
                </a:solidFill>
                <a:latin typeface="Calibri"/>
              </a:rPr>
              <a:t>‹#›</a:t>
            </a:fld>
            <a:endParaRPr lang="en-US" sz="105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 Id="rId5" Type="http://schemas.openxmlformats.org/officeDocument/2006/relationships/image" Target="../media/image37.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1097280" y="758880"/>
            <a:ext cx="10058040" cy="3565800"/>
          </a:xfrm>
          <a:prstGeom prst="rect">
            <a:avLst/>
          </a:prstGeom>
          <a:noFill/>
          <a:ln w="0">
            <a:noFill/>
          </a:ln>
        </p:spPr>
        <p:txBody>
          <a:bodyPr lIns="91440" tIns="45720" rIns="91440" bIns="45720" anchor="b">
            <a:noAutofit/>
          </a:bodyPr>
          <a:lstStyle/>
          <a:p>
            <a:pPr indent="0" defTabSz="914400">
              <a:lnSpc>
                <a:spcPct val="85000"/>
              </a:lnSpc>
              <a:buNone/>
            </a:pPr>
            <a:r>
              <a:rPr lang="it-IT" sz="8000" b="0" strike="noStrike" spc="-52">
                <a:solidFill>
                  <a:schemeClr val="dk1">
                    <a:lumMod val="85000"/>
                    <a:lumOff val="15000"/>
                  </a:schemeClr>
                </a:solidFill>
                <a:latin typeface="Calibri Light"/>
              </a:rPr>
              <a:t>Parallel Triangle Counting Algorithms</a:t>
            </a:r>
            <a:endParaRPr lang="en-US" sz="8000" b="0" strike="noStrike" spc="-1">
              <a:solidFill>
                <a:schemeClr val="dk1"/>
              </a:solidFill>
              <a:latin typeface="Calibri"/>
            </a:endParaRPr>
          </a:p>
        </p:txBody>
      </p:sp>
      <p:sp>
        <p:nvSpPr>
          <p:cNvPr id="114" name="PlaceHolder 2"/>
          <p:cNvSpPr>
            <a:spLocks noGrp="1"/>
          </p:cNvSpPr>
          <p:nvPr>
            <p:ph type="subTitle"/>
          </p:nvPr>
        </p:nvSpPr>
        <p:spPr>
          <a:xfrm>
            <a:off x="1100160" y="4455720"/>
            <a:ext cx="10058040" cy="1142640"/>
          </a:xfrm>
          <a:prstGeom prst="rect">
            <a:avLst/>
          </a:prstGeom>
          <a:noFill/>
          <a:ln w="0">
            <a:noFill/>
          </a:ln>
        </p:spPr>
        <p:txBody>
          <a:bodyPr lIns="91440" tIns="45720" rIns="91440" bIns="45720" anchor="t">
            <a:noAutofit/>
          </a:bodyPr>
          <a:lstStyle/>
          <a:p>
            <a:pPr indent="0" defTabSz="914400">
              <a:lnSpc>
                <a:spcPct val="90000"/>
              </a:lnSpc>
              <a:spcBef>
                <a:spcPts val="1199"/>
              </a:spcBef>
              <a:spcAft>
                <a:spcPts val="201"/>
              </a:spcAft>
              <a:buNone/>
              <a:tabLst>
                <a:tab pos="0" algn="l"/>
              </a:tabLst>
            </a:pPr>
            <a:r>
              <a:rPr lang="it-IT" sz="2400" b="0" strike="noStrike" cap="all" spc="199">
                <a:solidFill>
                  <a:schemeClr val="dk2"/>
                </a:solidFill>
                <a:latin typeface="Calibri Light"/>
              </a:rPr>
              <a:t>Michele carloni - s338856</a:t>
            </a:r>
            <a:endParaRPr lang="en-US" sz="2400" b="0" strike="noStrike" spc="-1">
              <a:solidFill>
                <a:srgbClr val="000000"/>
              </a:solidFill>
              <a:latin typeface="Arial"/>
            </a:endParaRPr>
          </a:p>
          <a:p>
            <a:pPr indent="0" defTabSz="914400">
              <a:lnSpc>
                <a:spcPct val="90000"/>
              </a:lnSpc>
              <a:spcBef>
                <a:spcPts val="1199"/>
              </a:spcBef>
              <a:spcAft>
                <a:spcPts val="201"/>
              </a:spcAft>
              <a:buNone/>
              <a:tabLst>
                <a:tab pos="0" algn="l"/>
              </a:tabLst>
            </a:pPr>
            <a:r>
              <a:rPr lang="it-IT" sz="2400" b="0" strike="noStrike" cap="all" spc="199">
                <a:solidFill>
                  <a:schemeClr val="dk2"/>
                </a:solidFill>
                <a:latin typeface="Calibri Light"/>
              </a:rPr>
              <a:t>Riccardo revalor – s339423</a:t>
            </a:r>
            <a:endParaRPr lang="en-US" sz="2400" b="0" strike="noStrike" spc="-1">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1097280" y="286560"/>
            <a:ext cx="10058040" cy="1450440"/>
          </a:xfrm>
          <a:prstGeom prst="rect">
            <a:avLst/>
          </a:prstGeom>
          <a:noFill/>
          <a:ln w="0">
            <a:noFill/>
          </a:ln>
        </p:spPr>
        <p:txBody>
          <a:bodyPr lIns="91440" tIns="45720" rIns="91440" bIns="45720" anchor="b">
            <a:noAutofit/>
          </a:bodyPr>
          <a:lstStyle/>
          <a:p>
            <a:pPr indent="0" defTabSz="914400">
              <a:lnSpc>
                <a:spcPct val="85000"/>
              </a:lnSpc>
              <a:buNone/>
            </a:pPr>
            <a:r>
              <a:rPr lang="it-IT" sz="4800" b="0" strike="noStrike" spc="-52">
                <a:solidFill>
                  <a:schemeClr val="dk1">
                    <a:lumMod val="75000"/>
                    <a:lumOff val="25000"/>
                  </a:schemeClr>
                </a:solidFill>
                <a:latin typeface="Calibri Light"/>
              </a:rPr>
              <a:t>Abstract</a:t>
            </a:r>
            <a:endParaRPr lang="en-US" sz="4800" b="0" strike="noStrike" spc="-1">
              <a:solidFill>
                <a:schemeClr val="dk1"/>
              </a:solidFill>
              <a:latin typeface="Calibri"/>
            </a:endParaRPr>
          </a:p>
        </p:txBody>
      </p:sp>
      <p:sp>
        <p:nvSpPr>
          <p:cNvPr id="116" name="PlaceHolder 2"/>
          <p:cNvSpPr>
            <a:spLocks noGrp="1"/>
          </p:cNvSpPr>
          <p:nvPr>
            <p:ph/>
          </p:nvPr>
        </p:nvSpPr>
        <p:spPr>
          <a:xfrm>
            <a:off x="1097280" y="1845720"/>
            <a:ext cx="10058040" cy="4023000"/>
          </a:xfrm>
          <a:prstGeom prst="rect">
            <a:avLst/>
          </a:prstGeom>
          <a:noFill/>
          <a:ln w="0">
            <a:noFill/>
          </a:ln>
        </p:spPr>
        <p:txBody>
          <a:bodyPr lIns="0" tIns="45720" rIns="0" bIns="45720" anchor="t">
            <a:noAutofit/>
          </a:bodyPr>
          <a:lstStyle/>
          <a:p>
            <a:pPr marL="91440" indent="-91440" defTabSz="914400">
              <a:lnSpc>
                <a:spcPct val="90000"/>
              </a:lnSpc>
              <a:spcBef>
                <a:spcPts val="1199"/>
              </a:spcBef>
              <a:spcAft>
                <a:spcPts val="201"/>
              </a:spcAft>
              <a:buClr>
                <a:srgbClr val="E48312"/>
              </a:buClr>
              <a:buFont typeface="Calibri"/>
              <a:buChar char=" "/>
            </a:pPr>
            <a:r>
              <a:rPr lang="it-IT" sz="2000" b="0" strike="noStrike" spc="-1">
                <a:solidFill>
                  <a:schemeClr val="dk1">
                    <a:lumMod val="75000"/>
                    <a:lumOff val="25000"/>
                  </a:schemeClr>
                </a:solidFill>
                <a:latin typeface="Calibri"/>
              </a:rPr>
              <a:t>In our research we conducted a </a:t>
            </a:r>
            <a:r>
              <a:rPr lang="en-US" sz="2000" b="0" strike="noStrike" spc="-1">
                <a:solidFill>
                  <a:schemeClr val="dk1">
                    <a:lumMod val="75000"/>
                    <a:lumOff val="25000"/>
                  </a:schemeClr>
                </a:solidFill>
                <a:latin typeface="Calibri"/>
              </a:rPr>
              <a:t>comprehensive analysis of various algorithms for triangle counting in graphs. </a:t>
            </a:r>
          </a:p>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We’ve investigated the </a:t>
            </a:r>
            <a:r>
              <a:rPr lang="en-US" sz="2000" b="1" strike="noStrike" spc="-1">
                <a:solidFill>
                  <a:schemeClr val="dk1">
                    <a:lumMod val="75000"/>
                    <a:lumOff val="25000"/>
                  </a:schemeClr>
                </a:solidFill>
                <a:latin typeface="Calibri"/>
              </a:rPr>
              <a:t>Forward algorithm</a:t>
            </a:r>
            <a:r>
              <a:rPr lang="en-US" sz="2000" b="0" strike="noStrike" spc="-1">
                <a:solidFill>
                  <a:schemeClr val="dk1">
                    <a:lumMod val="75000"/>
                    <a:lumOff val="25000"/>
                  </a:schemeClr>
                </a:solidFill>
                <a:latin typeface="Calibri"/>
              </a:rPr>
              <a:t>, implemented with both node-centric and edge-centric iteration strategies. For each of these, we test two distinct data repre-sentations: an adjacency matrix and an adjacency vector. All Forward algorithm variants are evaluated across </a:t>
            </a:r>
            <a:r>
              <a:rPr lang="en-US" sz="2000" b="1" strike="noStrike" spc="-1">
                <a:solidFill>
                  <a:schemeClr val="dk1">
                    <a:lumMod val="75000"/>
                    <a:lumOff val="25000"/>
                  </a:schemeClr>
                </a:solidFill>
                <a:latin typeface="Calibri"/>
              </a:rPr>
              <a:t>sequential</a:t>
            </a:r>
            <a:r>
              <a:rPr lang="en-US" sz="2000" b="0" strike="noStrike" spc="-1">
                <a:solidFill>
                  <a:schemeClr val="dk1">
                    <a:lumMod val="75000"/>
                    <a:lumOff val="25000"/>
                  </a:schemeClr>
                </a:solidFill>
                <a:latin typeface="Calibri"/>
              </a:rPr>
              <a:t>, </a:t>
            </a:r>
            <a:r>
              <a:rPr lang="en-US" sz="2000" b="1" strike="noStrike" spc="-1">
                <a:solidFill>
                  <a:schemeClr val="dk1">
                    <a:lumMod val="75000"/>
                    <a:lumOff val="25000"/>
                  </a:schemeClr>
                </a:solidFill>
                <a:latin typeface="Calibri"/>
              </a:rPr>
              <a:t>parallel C++ </a:t>
            </a:r>
            <a:r>
              <a:rPr lang="en-US" sz="2000" b="0" strike="noStrike" spc="-1">
                <a:solidFill>
                  <a:schemeClr val="dk1">
                    <a:lumMod val="75000"/>
                    <a:lumOff val="25000"/>
                  </a:schemeClr>
                </a:solidFill>
                <a:latin typeface="Calibri"/>
              </a:rPr>
              <a:t>(CPU threads), and </a:t>
            </a:r>
            <a:r>
              <a:rPr lang="en-US" sz="2000" b="1" strike="noStrike" spc="-1">
                <a:solidFill>
                  <a:schemeClr val="dk1">
                    <a:lumMod val="75000"/>
                    <a:lumOff val="25000"/>
                  </a:schemeClr>
                </a:solidFill>
                <a:latin typeface="Calibri"/>
              </a:rPr>
              <a:t>parallel CUDA </a:t>
            </a:r>
            <a:r>
              <a:rPr lang="en-US" sz="2000" b="0" strike="noStrike" spc="-1">
                <a:solidFill>
                  <a:schemeClr val="dk1">
                    <a:lumMod val="75000"/>
                    <a:lumOff val="25000"/>
                  </a:schemeClr>
                </a:solidFill>
                <a:latin typeface="Calibri"/>
              </a:rPr>
              <a:t>(GPU threads) implementations.</a:t>
            </a:r>
          </a:p>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Furthermore, we explore a third algorithm based on </a:t>
            </a:r>
            <a:r>
              <a:rPr lang="en-US" sz="2000" b="1" strike="noStrike" spc="-1">
                <a:solidFill>
                  <a:schemeClr val="dk1">
                    <a:lumMod val="75000"/>
                    <a:lumOff val="25000"/>
                  </a:schemeClr>
                </a:solidFill>
                <a:latin typeface="Calibri"/>
              </a:rPr>
              <a:t>matrix multiplication</a:t>
            </a:r>
            <a:r>
              <a:rPr lang="en-US" sz="2000" b="0" strike="noStrike" spc="-1">
                <a:solidFill>
                  <a:schemeClr val="dk1">
                    <a:lumMod val="75000"/>
                    <a:lumOff val="25000"/>
                  </a:schemeClr>
                </a:solidFill>
                <a:latin typeface="Calibri"/>
              </a:rPr>
              <a:t>, which is also implemented and benchmarked using both parallel C++ and parallel CUDA approaches. This work provides insights into the performance characteristics and scalability of these diverse methodologies for triangle enumeration.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17" name="Rectangle 1030">
            <a:extLst>
              <a:ext uri="{C183D7F6-B498-43B3-948B-1728B52AA6E4}">
                <adec:decorative xmlns:adec="http://schemas.microsoft.com/office/drawing/2017/decorative" val="1"/>
              </a:ext>
            </a:extLst>
          </p:cNvPr>
          <p:cNvSpPr/>
          <p:nvPr/>
        </p:nvSpPr>
        <p:spPr>
          <a:xfrm>
            <a:off x="0" y="0"/>
            <a:ext cx="12191760" cy="63338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sp>
        <p:nvSpPr>
          <p:cNvPr id="118" name="PlaceHolder 1"/>
          <p:cNvSpPr>
            <a:spLocks noGrp="1"/>
          </p:cNvSpPr>
          <p:nvPr>
            <p:ph type="title"/>
          </p:nvPr>
        </p:nvSpPr>
        <p:spPr>
          <a:xfrm>
            <a:off x="6411600" y="635040"/>
            <a:ext cx="5126760" cy="1450440"/>
          </a:xfrm>
          <a:prstGeom prst="rect">
            <a:avLst/>
          </a:prstGeom>
          <a:noFill/>
          <a:ln w="0">
            <a:noFill/>
          </a:ln>
        </p:spPr>
        <p:txBody>
          <a:bodyPr lIns="91440" tIns="45720" rIns="91440" bIns="45720" anchor="b">
            <a:normAutofit/>
          </a:bodyPr>
          <a:lstStyle/>
          <a:p>
            <a:pPr indent="0" defTabSz="914400">
              <a:lnSpc>
                <a:spcPct val="85000"/>
              </a:lnSpc>
              <a:buNone/>
            </a:pPr>
            <a:r>
              <a:rPr lang="it-IT" sz="4800" b="0" strike="noStrike" spc="-52">
                <a:solidFill>
                  <a:schemeClr val="dk1">
                    <a:lumMod val="75000"/>
                    <a:lumOff val="25000"/>
                  </a:schemeClr>
                </a:solidFill>
                <a:latin typeface="Calibri Light"/>
              </a:rPr>
              <a:t>The Basics</a:t>
            </a:r>
            <a:endParaRPr lang="en-US" sz="4800" b="0" strike="noStrike" spc="-1">
              <a:solidFill>
                <a:schemeClr val="dk1"/>
              </a:solidFill>
              <a:latin typeface="Calibri"/>
            </a:endParaRPr>
          </a:p>
        </p:txBody>
      </p:sp>
      <p:pic>
        <p:nvPicPr>
          <p:cNvPr id="119" name="Picture 2" descr="Graph definition - Math Insight"/>
          <p:cNvPicPr/>
          <p:nvPr/>
        </p:nvPicPr>
        <p:blipFill>
          <a:blip r:embed="rId2"/>
          <a:stretch/>
        </p:blipFill>
        <p:spPr>
          <a:xfrm>
            <a:off x="643320" y="815760"/>
            <a:ext cx="5451120" cy="4906080"/>
          </a:xfrm>
          <a:prstGeom prst="rect">
            <a:avLst/>
          </a:prstGeom>
          <a:ln w="0">
            <a:noFill/>
          </a:ln>
        </p:spPr>
      </p:pic>
      <p:cxnSp>
        <p:nvCxnSpPr>
          <p:cNvPr id="120" name="Straight Connector 1032">
            <a:extLst>
              <a:ext uri="{C183D7F6-B498-43B3-948B-1728B52AA6E4}">
                <adec:decorative xmlns:adec="http://schemas.microsoft.com/office/drawing/2017/decorative" val="1"/>
              </a:ext>
            </a:extLst>
          </p:cNvPr>
          <p:cNvCxnSpPr/>
          <p:nvPr/>
        </p:nvCxnSpPr>
        <p:spPr>
          <a:xfrm>
            <a:off x="6411600" y="2085840"/>
            <a:ext cx="4749120" cy="360"/>
          </a:xfrm>
          <a:prstGeom prst="straightConnector1">
            <a:avLst/>
          </a:prstGeom>
          <a:ln w="6350">
            <a:solidFill>
              <a:srgbClr val="000000">
                <a:lumMod val="50000"/>
                <a:lumOff val="50000"/>
                <a:alpha val="90000"/>
              </a:srgbClr>
            </a:solidFill>
            <a:round/>
          </a:ln>
        </p:spPr>
      </p:cxnSp>
      <p:sp>
        <p:nvSpPr>
          <p:cNvPr id="121" name="PlaceHolder 2"/>
          <p:cNvSpPr>
            <a:spLocks noGrp="1"/>
          </p:cNvSpPr>
          <p:nvPr>
            <p:ph/>
          </p:nvPr>
        </p:nvSpPr>
        <p:spPr>
          <a:xfrm>
            <a:off x="6411600" y="2198880"/>
            <a:ext cx="5126760" cy="3669840"/>
          </a:xfrm>
          <a:prstGeom prst="rect">
            <a:avLst/>
          </a:prstGeom>
          <a:noFill/>
          <a:ln w="0">
            <a:noFill/>
          </a:ln>
        </p:spPr>
        <p:txBody>
          <a:bodyPr lIns="0" tIns="45720" rIns="0" bIns="45720" anchor="t">
            <a:normAutofit/>
          </a:bodyPr>
          <a:lstStyle/>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Suppose that we have at our disposal a given graph </a:t>
            </a:r>
            <a:r>
              <a:rPr lang="en-US" sz="2000" b="1" strike="noStrike" spc="-1">
                <a:solidFill>
                  <a:schemeClr val="dk1">
                    <a:lumMod val="75000"/>
                    <a:lumOff val="25000"/>
                  </a:schemeClr>
                </a:solidFill>
                <a:latin typeface="Calibri"/>
              </a:rPr>
              <a:t>G = (V, E )</a:t>
            </a:r>
            <a:r>
              <a:rPr lang="en-US" sz="2000" b="0" strike="noStrike" spc="-1">
                <a:solidFill>
                  <a:schemeClr val="dk1">
                    <a:lumMod val="75000"/>
                    <a:lumOff val="25000"/>
                  </a:schemeClr>
                </a:solidFill>
                <a:latin typeface="Calibri"/>
              </a:rPr>
              <a:t>,</a:t>
            </a:r>
            <a:r>
              <a:rPr lang="en-US" sz="2000" b="1" strike="noStrike" spc="-1">
                <a:solidFill>
                  <a:schemeClr val="dk1">
                    <a:lumMod val="75000"/>
                    <a:lumOff val="25000"/>
                  </a:schemeClr>
                </a:solidFill>
                <a:latin typeface="Calibri"/>
              </a:rPr>
              <a:t> </a:t>
            </a:r>
            <a:r>
              <a:rPr lang="en-US" sz="2000" b="0" strike="noStrike" spc="-1">
                <a:solidFill>
                  <a:schemeClr val="dk1">
                    <a:lumMod val="75000"/>
                    <a:lumOff val="25000"/>
                  </a:schemeClr>
                </a:solidFill>
                <a:latin typeface="Calibri"/>
              </a:rPr>
              <a:t>where G is the graph itself, V denotes the set of all vertices (also called nodes), and E represents the set of edges (also called links or arcs). An edge connects two nodes between them. </a:t>
            </a:r>
          </a:p>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The primary goal is to detect and count the number of triangles that can be formed inside the graph. More specifically, a triangle in graph G = (V, E ) is a set of three distinct vertices </a:t>
            </a:r>
            <a:r>
              <a:rPr lang="en-US" sz="2000" b="1" strike="noStrike" spc="-1">
                <a:solidFill>
                  <a:schemeClr val="dk1">
                    <a:lumMod val="75000"/>
                    <a:lumOff val="25000"/>
                  </a:schemeClr>
                </a:solidFill>
                <a:latin typeface="Calibri"/>
              </a:rPr>
              <a:t>{u, v, w} ⊆ V</a:t>
            </a:r>
            <a:r>
              <a:rPr lang="en-US" sz="2000" b="0" strike="noStrike" spc="-1">
                <a:solidFill>
                  <a:schemeClr val="dk1">
                    <a:lumMod val="75000"/>
                    <a:lumOff val="25000"/>
                  </a:schemeClr>
                </a:solidFill>
                <a:latin typeface="Calibri"/>
              </a:rPr>
              <a:t> such that the edges (u, v), (v, w), and (w, u) all exist in the set of edges E . </a:t>
            </a:r>
          </a:p>
        </p:txBody>
      </p:sp>
      <p:sp>
        <p:nvSpPr>
          <p:cNvPr id="122" name="Rectangle 1034">
            <a:extLst>
              <a:ext uri="{C183D7F6-B498-43B3-948B-1728B52AA6E4}">
                <adec:decorative xmlns:adec="http://schemas.microsoft.com/office/drawing/2017/decorative" val="1"/>
              </a:ext>
            </a:extLst>
          </p:cNvPr>
          <p:cNvSpPr/>
          <p:nvPr/>
        </p:nvSpPr>
        <p:spPr>
          <a:xfrm>
            <a:off x="0" y="6334200"/>
            <a:ext cx="12191760" cy="66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1600" rIns="90000" bIns="21600" anchor="t">
            <a:noAutofit/>
          </a:bodyPr>
          <a:lstStyle/>
          <a:p>
            <a:pPr defTabSz="457200">
              <a:lnSpc>
                <a:spcPct val="100000"/>
              </a:lnSpc>
            </a:pPr>
            <a:endParaRPr lang="it-IT" sz="1800" b="0" strike="noStrike" spc="-1">
              <a:solidFill>
                <a:schemeClr val="lt1"/>
              </a:solidFill>
              <a:latin typeface="Calibri"/>
            </a:endParaRPr>
          </a:p>
        </p:txBody>
      </p:sp>
      <p:sp>
        <p:nvSpPr>
          <p:cNvPr id="123" name="Rectangle 1036">
            <a:extLst>
              <a:ext uri="{C183D7F6-B498-43B3-948B-1728B52AA6E4}">
                <adec:decorative xmlns:adec="http://schemas.microsoft.com/office/drawing/2017/decorative" val="1"/>
              </a:ext>
            </a:extLst>
          </p:cNvPr>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defTabSz="457200">
              <a:lnSpc>
                <a:spcPct val="100000"/>
              </a:lnSpc>
            </a:pPr>
            <a:endParaRPr lang="it-IT" sz="1800" b="0" strike="noStrike" spc="-1">
              <a:solidFill>
                <a:schemeClr val="lt1"/>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1097280" y="286560"/>
            <a:ext cx="10058040" cy="1450440"/>
          </a:xfrm>
          <a:prstGeom prst="rect">
            <a:avLst/>
          </a:prstGeom>
          <a:noFill/>
          <a:ln w="0">
            <a:noFill/>
          </a:ln>
        </p:spPr>
        <p:txBody>
          <a:bodyPr lIns="91440" tIns="45720" rIns="91440" bIns="45720" anchor="b">
            <a:noAutofit/>
          </a:bodyPr>
          <a:lstStyle/>
          <a:p>
            <a:pPr indent="0" defTabSz="914400">
              <a:lnSpc>
                <a:spcPct val="85000"/>
              </a:lnSpc>
              <a:buNone/>
            </a:pPr>
            <a:r>
              <a:rPr lang="it-IT" sz="4800" b="0" strike="noStrike" spc="-52">
                <a:solidFill>
                  <a:schemeClr val="dk1">
                    <a:lumMod val="75000"/>
                    <a:lumOff val="25000"/>
                  </a:schemeClr>
                </a:solidFill>
                <a:latin typeface="Calibri Light"/>
              </a:rPr>
              <a:t>Node Iterator/Forward Node Iteator</a:t>
            </a:r>
            <a:endParaRPr lang="en-US" sz="4800" b="0" strike="noStrike" spc="-1">
              <a:solidFill>
                <a:schemeClr val="dk1"/>
              </a:solidFill>
              <a:latin typeface="Calibri"/>
            </a:endParaRPr>
          </a:p>
        </p:txBody>
      </p:sp>
      <p:sp>
        <p:nvSpPr>
          <p:cNvPr id="125" name="PlaceHolder 2"/>
          <p:cNvSpPr>
            <a:spLocks noGrp="1"/>
          </p:cNvSpPr>
          <p:nvPr>
            <p:ph/>
          </p:nvPr>
        </p:nvSpPr>
        <p:spPr>
          <a:xfrm>
            <a:off x="1097280" y="1845720"/>
            <a:ext cx="10058040" cy="4023000"/>
          </a:xfrm>
          <a:prstGeom prst="rect">
            <a:avLst/>
          </a:prstGeom>
          <a:noFill/>
          <a:ln w="0">
            <a:noFill/>
          </a:ln>
        </p:spPr>
        <p:txBody>
          <a:bodyPr lIns="0" tIns="45720" rIns="0" bIns="45720" anchor="t">
            <a:normAutofit fontScale="97938" lnSpcReduction="10000"/>
          </a:bodyPr>
          <a:lstStyle/>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The simplest and most naive version of the Node Iterator Algorithm iterates over all nodes in the graph and for each pair of neighbors of each node, checks whether they are connected by an edge and they share a common neighbor. </a:t>
            </a:r>
          </a:p>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We implemented the Forward Algorithm (in various versions: sequential, parallel, CUDA) using these following strategies:</a:t>
            </a:r>
          </a:p>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1) Graph Representation: </a:t>
            </a:r>
            <a:r>
              <a:rPr lang="en-US" sz="2000" b="1" strike="noStrike" spc="-1">
                <a:solidFill>
                  <a:schemeClr val="dk1">
                    <a:lumMod val="75000"/>
                    <a:lumOff val="25000"/>
                  </a:schemeClr>
                </a:solidFill>
                <a:latin typeface="Calibri"/>
              </a:rPr>
              <a:t>adjacency matrices </a:t>
            </a:r>
            <a:r>
              <a:rPr lang="en-US" sz="2000" b="0" strike="noStrike" spc="-1">
                <a:solidFill>
                  <a:schemeClr val="dk1">
                    <a:lumMod val="75000"/>
                    <a:lumOff val="25000"/>
                  </a:schemeClr>
                </a:solidFill>
                <a:latin typeface="Calibri"/>
              </a:rPr>
              <a:t>(implemented as std::vector&lt;std::vector&lt;int») and </a:t>
            </a:r>
            <a:r>
              <a:rPr lang="en-US" sz="2000" b="1" strike="noStrike" spc="-1">
                <a:solidFill>
                  <a:schemeClr val="dk1">
                    <a:lumMod val="75000"/>
                    <a:lumOff val="25000"/>
                  </a:schemeClr>
                </a:solidFill>
                <a:latin typeface="Calibri"/>
              </a:rPr>
              <a:t>adjacency lists </a:t>
            </a:r>
            <a:r>
              <a:rPr lang="en-US" sz="2000" b="0" strike="noStrike" spc="-1">
                <a:solidFill>
                  <a:schemeClr val="dk1">
                    <a:lumMod val="75000"/>
                    <a:lumOff val="25000"/>
                  </a:schemeClr>
                </a:solidFill>
                <a:latin typeface="Calibri"/>
              </a:rPr>
              <a:t>(implemented as std::map&lt;int,std::vector&lt;int» to handle potentially sparse or non-contiguous node IDs).</a:t>
            </a:r>
          </a:p>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2) Auxiliary Sets: used to store a specific subset of neighbors for each node (std::vector&lt;std::set&lt;int»). Intersected to </a:t>
            </a:r>
            <a:r>
              <a:rPr lang="en-US" sz="2000" b="1" strike="noStrike" spc="-1">
                <a:solidFill>
                  <a:schemeClr val="dk1">
                    <a:lumMod val="75000"/>
                    <a:lumOff val="25000"/>
                  </a:schemeClr>
                </a:solidFill>
                <a:latin typeface="Calibri"/>
              </a:rPr>
              <a:t>identify the third vertex </a:t>
            </a:r>
            <a:r>
              <a:rPr lang="en-US" sz="2000" b="0" strike="noStrike" spc="-1">
                <a:solidFill>
                  <a:schemeClr val="dk1">
                    <a:lumMod val="75000"/>
                    <a:lumOff val="25000"/>
                  </a:schemeClr>
                </a:solidFill>
                <a:latin typeface="Calibri"/>
              </a:rPr>
              <a:t>composing each triangle.</a:t>
            </a:r>
          </a:p>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3) Ordering/Rank: crucial for </a:t>
            </a:r>
            <a:r>
              <a:rPr lang="en-US" sz="2000" b="1" strike="noStrike" spc="-1">
                <a:solidFill>
                  <a:schemeClr val="dk1">
                    <a:lumMod val="75000"/>
                    <a:lumOff val="25000"/>
                  </a:schemeClr>
                </a:solidFill>
                <a:latin typeface="Calibri"/>
              </a:rPr>
              <a:t>pruning</a:t>
            </a:r>
            <a:r>
              <a:rPr lang="en-US" sz="2000" b="0" strike="noStrike" spc="-1">
                <a:solidFill>
                  <a:schemeClr val="dk1">
                    <a:lumMod val="75000"/>
                    <a:lumOff val="25000"/>
                  </a:schemeClr>
                </a:solidFill>
                <a:latin typeface="Calibri"/>
              </a:rPr>
              <a:t> and to guarantee that each triangle is </a:t>
            </a:r>
            <a:r>
              <a:rPr lang="en-US" sz="2000" b="1" strike="noStrike" spc="-1">
                <a:solidFill>
                  <a:schemeClr val="dk1">
                    <a:lumMod val="75000"/>
                    <a:lumOff val="25000"/>
                  </a:schemeClr>
                </a:solidFill>
                <a:latin typeface="Calibri"/>
              </a:rPr>
              <a:t>counted exactly once</a:t>
            </a:r>
            <a:endParaRPr lang="en-US" sz="2000" b="0" strike="noStrike" spc="-1">
              <a:solidFill>
                <a:schemeClr val="dk1">
                  <a:lumMod val="75000"/>
                  <a:lumOff val="25000"/>
                </a:schemeClr>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1097280" y="286560"/>
            <a:ext cx="10058040" cy="1450440"/>
          </a:xfrm>
          <a:prstGeom prst="rect">
            <a:avLst/>
          </a:prstGeom>
          <a:noFill/>
          <a:ln w="0">
            <a:noFill/>
          </a:ln>
        </p:spPr>
        <p:txBody>
          <a:bodyPr lIns="91440" tIns="45720" rIns="91440" bIns="45720" anchor="b">
            <a:noAutofit/>
          </a:bodyPr>
          <a:lstStyle/>
          <a:p>
            <a:pPr indent="0" defTabSz="914400">
              <a:lnSpc>
                <a:spcPct val="85000"/>
              </a:lnSpc>
              <a:buNone/>
            </a:pPr>
            <a:r>
              <a:rPr lang="it-IT" sz="4800" b="0" strike="noStrike" spc="-52" dirty="0" err="1">
                <a:solidFill>
                  <a:schemeClr val="dk1">
                    <a:lumMod val="75000"/>
                    <a:lumOff val="25000"/>
                  </a:schemeClr>
                </a:solidFill>
                <a:latin typeface="Calibri Light"/>
              </a:rPr>
              <a:t>Parallel</a:t>
            </a:r>
            <a:r>
              <a:rPr lang="it-IT" sz="4800" b="0" strike="noStrike" spc="-52" dirty="0">
                <a:solidFill>
                  <a:schemeClr val="dk1">
                    <a:lumMod val="75000"/>
                    <a:lumOff val="25000"/>
                  </a:schemeClr>
                </a:solidFill>
                <a:latin typeface="Calibri Light"/>
              </a:rPr>
              <a:t> (C++) </a:t>
            </a:r>
            <a:r>
              <a:rPr lang="it-IT" sz="4800" b="0" strike="noStrike" spc="-52" dirty="0" err="1">
                <a:solidFill>
                  <a:schemeClr val="dk1">
                    <a:lumMod val="75000"/>
                    <a:lumOff val="25000"/>
                  </a:schemeClr>
                </a:solidFill>
                <a:latin typeface="Calibri Light"/>
              </a:rPr>
              <a:t>Forward</a:t>
            </a:r>
            <a:r>
              <a:rPr lang="it-IT" sz="4800" b="0" strike="noStrike" spc="-52" dirty="0">
                <a:solidFill>
                  <a:schemeClr val="dk1">
                    <a:lumMod val="75000"/>
                    <a:lumOff val="25000"/>
                  </a:schemeClr>
                </a:solidFill>
                <a:latin typeface="Calibri Light"/>
              </a:rPr>
              <a:t> </a:t>
            </a:r>
            <a:r>
              <a:rPr lang="it-IT" sz="4800" b="0" strike="noStrike" spc="-52" dirty="0" err="1">
                <a:solidFill>
                  <a:schemeClr val="dk1">
                    <a:lumMod val="75000"/>
                    <a:lumOff val="25000"/>
                  </a:schemeClr>
                </a:solidFill>
                <a:latin typeface="Calibri Light"/>
              </a:rPr>
              <a:t>Node</a:t>
            </a:r>
            <a:r>
              <a:rPr lang="it-IT" sz="4800" b="0" strike="noStrike" spc="-52" dirty="0">
                <a:solidFill>
                  <a:schemeClr val="dk1">
                    <a:lumMod val="75000"/>
                    <a:lumOff val="25000"/>
                  </a:schemeClr>
                </a:solidFill>
                <a:latin typeface="Calibri Light"/>
              </a:rPr>
              <a:t> </a:t>
            </a:r>
            <a:r>
              <a:rPr lang="it-IT" sz="4800" b="0" strike="noStrike" spc="-52" dirty="0" err="1">
                <a:solidFill>
                  <a:schemeClr val="dk1">
                    <a:lumMod val="75000"/>
                    <a:lumOff val="25000"/>
                  </a:schemeClr>
                </a:solidFill>
                <a:latin typeface="Calibri Light"/>
              </a:rPr>
              <a:t>Iteator</a:t>
            </a:r>
            <a:r>
              <a:rPr lang="it-IT" sz="4800" b="0" strike="noStrike" spc="-52" dirty="0">
                <a:solidFill>
                  <a:schemeClr val="dk1">
                    <a:lumMod val="75000"/>
                    <a:lumOff val="25000"/>
                  </a:schemeClr>
                </a:solidFill>
                <a:latin typeface="Calibri Light"/>
              </a:rPr>
              <a:t> </a:t>
            </a:r>
            <a:r>
              <a:rPr lang="it-IT" sz="4800" b="0" strike="noStrike" spc="-52" dirty="0" err="1">
                <a:solidFill>
                  <a:schemeClr val="dk1">
                    <a:lumMod val="75000"/>
                    <a:lumOff val="25000"/>
                  </a:schemeClr>
                </a:solidFill>
                <a:latin typeface="Calibri Light"/>
              </a:rPr>
              <a:t>Algorithm</a:t>
            </a:r>
            <a:r>
              <a:rPr lang="it-IT" sz="4800" b="0" strike="noStrike" spc="-52" dirty="0">
                <a:solidFill>
                  <a:schemeClr val="dk1">
                    <a:lumMod val="75000"/>
                    <a:lumOff val="25000"/>
                  </a:schemeClr>
                </a:solidFill>
                <a:latin typeface="Calibri Light"/>
              </a:rPr>
              <a:t>, V1 </a:t>
            </a:r>
            <a:endParaRPr lang="en-US" sz="4800" b="0" strike="noStrike" spc="-1" dirty="0">
              <a:solidFill>
                <a:schemeClr val="dk1"/>
              </a:solidFill>
              <a:latin typeface="Calibri"/>
            </a:endParaRPr>
          </a:p>
        </p:txBody>
      </p:sp>
      <p:sp>
        <p:nvSpPr>
          <p:cNvPr id="127" name="TextBox 8"/>
          <p:cNvSpPr/>
          <p:nvPr/>
        </p:nvSpPr>
        <p:spPr>
          <a:xfrm>
            <a:off x="1097280" y="1737000"/>
            <a:ext cx="10058040" cy="147587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algn="just" defTabSz="457200">
              <a:lnSpc>
                <a:spcPct val="100000"/>
              </a:lnSpc>
              <a:buClr>
                <a:srgbClr val="000000"/>
              </a:buClr>
              <a:buFont typeface="Arial"/>
              <a:buChar char="•"/>
            </a:pPr>
            <a:r>
              <a:rPr lang="it-IT" sz="1800" b="0" strike="noStrike" spc="-1" dirty="0">
                <a:solidFill>
                  <a:schemeClr val="dk1"/>
                </a:solidFill>
                <a:latin typeface="Calibri"/>
              </a:rPr>
              <a:t>In the </a:t>
            </a:r>
            <a:r>
              <a:rPr lang="it-IT" sz="1800" b="1" strike="noStrike" spc="-1" dirty="0">
                <a:solidFill>
                  <a:schemeClr val="dk1"/>
                </a:solidFill>
                <a:latin typeface="Calibri"/>
              </a:rPr>
              <a:t>first </a:t>
            </a:r>
            <a:r>
              <a:rPr lang="it-IT" sz="1800" b="1" strike="noStrike" spc="-1" dirty="0" err="1">
                <a:solidFill>
                  <a:schemeClr val="dk1"/>
                </a:solidFill>
                <a:latin typeface="Calibri"/>
              </a:rPr>
              <a:t>version</a:t>
            </a:r>
            <a:r>
              <a:rPr lang="it-IT" sz="1800" b="1" strike="noStrike" spc="-1" dirty="0">
                <a:solidFill>
                  <a:schemeClr val="dk1"/>
                </a:solidFill>
                <a:latin typeface="Calibri"/>
              </a:rPr>
              <a:t> </a:t>
            </a:r>
            <a:r>
              <a:rPr lang="it-IT" sz="1800" b="0" strike="noStrike" spc="-1" dirty="0">
                <a:solidFill>
                  <a:schemeClr val="dk1"/>
                </a:solidFill>
                <a:latin typeface="Calibri"/>
              </a:rPr>
              <a:t>of the </a:t>
            </a:r>
            <a:r>
              <a:rPr lang="it-IT" sz="1800" b="0" strike="noStrike" spc="-1" dirty="0" err="1">
                <a:solidFill>
                  <a:schemeClr val="dk1"/>
                </a:solidFill>
                <a:latin typeface="Calibri"/>
              </a:rPr>
              <a:t>algorithm</a:t>
            </a:r>
            <a:r>
              <a:rPr lang="it-IT" sz="1800" b="0" strike="noStrike" spc="-1" dirty="0">
                <a:solidFill>
                  <a:schemeClr val="dk1"/>
                </a:solidFill>
                <a:latin typeface="Calibri"/>
              </a:rPr>
              <a:t>, more </a:t>
            </a:r>
            <a:r>
              <a:rPr lang="it-IT" sz="1800" b="0" strike="noStrike" spc="-1" dirty="0" err="1">
                <a:solidFill>
                  <a:schemeClr val="dk1"/>
                </a:solidFill>
                <a:latin typeface="Calibri"/>
              </a:rPr>
              <a:t>naive</a:t>
            </a:r>
            <a:r>
              <a:rPr lang="it-IT" sz="1800" b="0" strike="noStrike" spc="-1" dirty="0">
                <a:solidFill>
                  <a:schemeClr val="dk1"/>
                </a:solidFill>
                <a:latin typeface="Calibri"/>
              </a:rPr>
              <a:t> and </a:t>
            </a:r>
            <a:r>
              <a:rPr lang="it-IT" sz="1800" b="0" strike="noStrike" spc="-1" dirty="0" err="1">
                <a:solidFill>
                  <a:schemeClr val="dk1"/>
                </a:solidFill>
                <a:latin typeface="Calibri"/>
              </a:rPr>
              <a:t>simple</a:t>
            </a:r>
            <a:r>
              <a:rPr lang="it-IT" sz="1800" b="0" strike="noStrike" spc="-1" dirty="0">
                <a:solidFill>
                  <a:schemeClr val="dk1"/>
                </a:solidFill>
                <a:latin typeface="Calibri"/>
              </a:rPr>
              <a:t> case, the part </a:t>
            </a:r>
            <a:r>
              <a:rPr lang="it-IT" sz="1800" b="0" strike="noStrike" spc="-1" dirty="0" err="1">
                <a:solidFill>
                  <a:schemeClr val="dk1"/>
                </a:solidFill>
                <a:latin typeface="Calibri"/>
              </a:rPr>
              <a:t>that</a:t>
            </a:r>
            <a:r>
              <a:rPr lang="it-IT" sz="1800" b="0" strike="noStrike" spc="-1" dirty="0">
                <a:solidFill>
                  <a:schemeClr val="dk1"/>
                </a:solidFill>
                <a:latin typeface="Calibri"/>
              </a:rPr>
              <a:t> </a:t>
            </a:r>
            <a:r>
              <a:rPr lang="it-IT" sz="1800" b="0" strike="noStrike" spc="-1" dirty="0" err="1">
                <a:solidFill>
                  <a:schemeClr val="dk1"/>
                </a:solidFill>
                <a:latin typeface="Calibri"/>
              </a:rPr>
              <a:t>gets</a:t>
            </a:r>
            <a:r>
              <a:rPr lang="it-IT" sz="1800" b="0" strike="noStrike" spc="-1" dirty="0">
                <a:solidFill>
                  <a:schemeClr val="dk1"/>
                </a:solidFill>
                <a:latin typeface="Calibri"/>
              </a:rPr>
              <a:t> </a:t>
            </a:r>
            <a:r>
              <a:rPr lang="it-IT" sz="1800" b="0" strike="noStrike" spc="-1" dirty="0" err="1">
                <a:solidFill>
                  <a:schemeClr val="dk1"/>
                </a:solidFill>
                <a:latin typeface="Calibri"/>
              </a:rPr>
              <a:t>parallelized</a:t>
            </a:r>
            <a:r>
              <a:rPr lang="it-IT" sz="1800" b="0" strike="noStrike" spc="-1" dirty="0">
                <a:solidFill>
                  <a:schemeClr val="dk1"/>
                </a:solidFill>
                <a:latin typeface="Calibri"/>
              </a:rPr>
              <a:t> </a:t>
            </a:r>
            <a:r>
              <a:rPr lang="it-IT" sz="1800" b="0" strike="noStrike" spc="-1" dirty="0" err="1">
                <a:solidFill>
                  <a:schemeClr val="dk1"/>
                </a:solidFill>
                <a:latin typeface="Calibri"/>
              </a:rPr>
              <a:t>is</a:t>
            </a:r>
            <a:r>
              <a:rPr lang="it-IT" sz="1800" b="0" strike="noStrike" spc="-1" dirty="0">
                <a:solidFill>
                  <a:schemeClr val="dk1"/>
                </a:solidFill>
                <a:latin typeface="Calibri"/>
              </a:rPr>
              <a:t> the </a:t>
            </a:r>
            <a:r>
              <a:rPr lang="it-IT" sz="1800" b="0" strike="noStrike" spc="-1" dirty="0" err="1">
                <a:solidFill>
                  <a:schemeClr val="dk1"/>
                </a:solidFill>
                <a:latin typeface="Calibri"/>
              </a:rPr>
              <a:t>Forward</a:t>
            </a:r>
            <a:r>
              <a:rPr lang="it-IT" sz="1800" b="0" strike="noStrike" spc="-1" dirty="0">
                <a:solidFill>
                  <a:schemeClr val="dk1"/>
                </a:solidFill>
                <a:latin typeface="Calibri"/>
              </a:rPr>
              <a:t> </a:t>
            </a:r>
            <a:r>
              <a:rPr lang="it-IT" sz="1800" b="0" strike="noStrike" spc="-1" dirty="0" err="1">
                <a:solidFill>
                  <a:schemeClr val="dk1"/>
                </a:solidFill>
                <a:latin typeface="Calibri"/>
              </a:rPr>
              <a:t>algorithm</a:t>
            </a:r>
            <a:r>
              <a:rPr lang="it-IT" sz="1800" b="0" strike="noStrike" spc="-1" dirty="0">
                <a:solidFill>
                  <a:schemeClr val="dk1"/>
                </a:solidFill>
                <a:latin typeface="Calibri"/>
              </a:rPr>
              <a:t> </a:t>
            </a:r>
            <a:r>
              <a:rPr lang="it-IT" sz="1800" b="0" strike="noStrike" spc="-1" dirty="0" err="1">
                <a:solidFill>
                  <a:schemeClr val="dk1"/>
                </a:solidFill>
                <a:latin typeface="Calibri"/>
              </a:rPr>
              <a:t>function</a:t>
            </a:r>
            <a:r>
              <a:rPr lang="it-IT" sz="1800" b="0" strike="noStrike" spc="-1" dirty="0">
                <a:solidFill>
                  <a:schemeClr val="dk1"/>
                </a:solidFill>
                <a:latin typeface="Calibri"/>
              </a:rPr>
              <a:t>. More in </a:t>
            </a:r>
            <a:r>
              <a:rPr lang="it-IT" sz="1800" b="0" strike="noStrike" spc="-1" dirty="0" err="1">
                <a:solidFill>
                  <a:schemeClr val="dk1"/>
                </a:solidFill>
                <a:latin typeface="Calibri"/>
              </a:rPr>
              <a:t>detail</a:t>
            </a:r>
            <a:r>
              <a:rPr lang="it-IT" sz="1800" b="0" strike="noStrike" spc="-1" dirty="0">
                <a:solidFill>
                  <a:schemeClr val="dk1"/>
                </a:solidFill>
                <a:latin typeface="Calibri"/>
              </a:rPr>
              <a:t>, the </a:t>
            </a:r>
            <a:r>
              <a:rPr lang="it-IT" sz="1800" b="0" strike="noStrike" spc="-1" dirty="0" err="1">
                <a:solidFill>
                  <a:schemeClr val="dk1"/>
                </a:solidFill>
                <a:latin typeface="Calibri"/>
              </a:rPr>
              <a:t>outer</a:t>
            </a:r>
            <a:r>
              <a:rPr lang="it-IT" sz="1800" b="0" strike="noStrike" spc="-1" dirty="0">
                <a:solidFill>
                  <a:schemeClr val="dk1"/>
                </a:solidFill>
                <a:latin typeface="Calibri"/>
              </a:rPr>
              <a:t> loop </a:t>
            </a:r>
            <a:r>
              <a:rPr lang="it-IT" sz="1800" b="0" strike="noStrike" spc="-1" dirty="0" err="1">
                <a:solidFill>
                  <a:schemeClr val="dk1"/>
                </a:solidFill>
                <a:latin typeface="Calibri"/>
              </a:rPr>
              <a:t>that</a:t>
            </a:r>
            <a:r>
              <a:rPr lang="it-IT" sz="1800" b="0" strike="noStrike" spc="-1" dirty="0">
                <a:solidFill>
                  <a:schemeClr val="dk1"/>
                </a:solidFill>
                <a:latin typeface="Calibri"/>
              </a:rPr>
              <a:t> </a:t>
            </a:r>
            <a:r>
              <a:rPr lang="it-IT" sz="1800" b="0" strike="noStrike" spc="-1" dirty="0" err="1">
                <a:solidFill>
                  <a:schemeClr val="dk1"/>
                </a:solidFill>
                <a:latin typeface="Calibri"/>
              </a:rPr>
              <a:t>iterates</a:t>
            </a:r>
            <a:r>
              <a:rPr lang="it-IT" sz="1800" b="0" strike="noStrike" spc="-1" dirty="0">
                <a:solidFill>
                  <a:schemeClr val="dk1"/>
                </a:solidFill>
                <a:latin typeface="Calibri"/>
              </a:rPr>
              <a:t> </a:t>
            </a:r>
            <a:r>
              <a:rPr lang="it-IT" sz="1800" b="0" strike="noStrike" spc="-1" dirty="0" err="1">
                <a:solidFill>
                  <a:schemeClr val="dk1"/>
                </a:solidFill>
                <a:latin typeface="Calibri"/>
              </a:rPr>
              <a:t>through</a:t>
            </a:r>
            <a:r>
              <a:rPr lang="it-IT" sz="1800" b="0" strike="noStrike" spc="-1" dirty="0">
                <a:solidFill>
                  <a:schemeClr val="dk1"/>
                </a:solidFill>
                <a:latin typeface="Calibri"/>
              </a:rPr>
              <a:t> the </a:t>
            </a:r>
            <a:r>
              <a:rPr lang="it-IT" sz="1800" b="0" strike="noStrike" spc="-1" dirty="0" err="1">
                <a:solidFill>
                  <a:schemeClr val="dk1"/>
                </a:solidFill>
                <a:latin typeface="Calibri"/>
              </a:rPr>
              <a:t>nodes</a:t>
            </a:r>
            <a:r>
              <a:rPr lang="it-IT" sz="1800" b="0" strike="noStrike" spc="-1" dirty="0">
                <a:solidFill>
                  <a:schemeClr val="dk1"/>
                </a:solidFill>
                <a:latin typeface="Calibri"/>
              </a:rPr>
              <a:t> in the </a:t>
            </a:r>
            <a:r>
              <a:rPr lang="it-IT" sz="1800" b="0" strike="noStrike" spc="-1" dirty="0" err="1">
                <a:solidFill>
                  <a:schemeClr val="dk1"/>
                </a:solidFill>
                <a:latin typeface="Calibri"/>
              </a:rPr>
              <a:t>ordered</a:t>
            </a:r>
            <a:r>
              <a:rPr lang="it-IT" sz="1800" b="0" strike="noStrike" spc="-1" dirty="0">
                <a:solidFill>
                  <a:schemeClr val="dk1"/>
                </a:solidFill>
                <a:latin typeface="Calibri"/>
              </a:rPr>
              <a:t> list </a:t>
            </a:r>
            <a:r>
              <a:rPr lang="it-IT" sz="1800" b="0" strike="noStrike" spc="-1" dirty="0" err="1">
                <a:solidFill>
                  <a:schemeClr val="dk1"/>
                </a:solidFill>
                <a:latin typeface="Calibri"/>
              </a:rPr>
              <a:t>is</a:t>
            </a:r>
            <a:r>
              <a:rPr lang="it-IT" sz="1800" b="0" strike="noStrike" spc="-1" dirty="0">
                <a:solidFill>
                  <a:schemeClr val="dk1"/>
                </a:solidFill>
                <a:latin typeface="Calibri"/>
              </a:rPr>
              <a:t> </a:t>
            </a:r>
            <a:r>
              <a:rPr lang="it-IT" sz="1800" b="0" strike="noStrike" spc="-1" dirty="0" err="1">
                <a:solidFill>
                  <a:schemeClr val="dk1"/>
                </a:solidFill>
                <a:latin typeface="Calibri"/>
              </a:rPr>
              <a:t>still</a:t>
            </a:r>
            <a:r>
              <a:rPr lang="it-IT" sz="1800" b="0" strike="noStrike" spc="-1" dirty="0">
                <a:solidFill>
                  <a:schemeClr val="dk1"/>
                </a:solidFill>
                <a:latin typeface="Calibri"/>
              </a:rPr>
              <a:t> </a:t>
            </a:r>
            <a:r>
              <a:rPr lang="it-IT" sz="1800" b="0" strike="noStrike" spc="-1" dirty="0" err="1">
                <a:solidFill>
                  <a:schemeClr val="dk1"/>
                </a:solidFill>
                <a:latin typeface="Calibri"/>
              </a:rPr>
              <a:t>sequential</a:t>
            </a:r>
            <a:r>
              <a:rPr lang="it-IT" sz="1800" b="0" strike="noStrike" spc="-1" dirty="0">
                <a:solidFill>
                  <a:schemeClr val="dk1"/>
                </a:solidFill>
                <a:latin typeface="Calibri"/>
              </a:rPr>
              <a:t>, running N times, </a:t>
            </a:r>
            <a:r>
              <a:rPr lang="it-IT" sz="1800" b="0" strike="noStrike" spc="-1" dirty="0" err="1">
                <a:solidFill>
                  <a:schemeClr val="dk1"/>
                </a:solidFill>
                <a:latin typeface="Calibri"/>
              </a:rPr>
              <a:t>but</a:t>
            </a:r>
            <a:r>
              <a:rPr lang="it-IT" sz="1800" b="0" strike="noStrike" spc="-1" dirty="0">
                <a:solidFill>
                  <a:schemeClr val="dk1"/>
                </a:solidFill>
                <a:latin typeface="Calibri"/>
              </a:rPr>
              <a:t> the </a:t>
            </a:r>
            <a:r>
              <a:rPr lang="it-IT" sz="1800" b="0" strike="noStrike" spc="-1" dirty="0" err="1">
                <a:solidFill>
                  <a:schemeClr val="dk1"/>
                </a:solidFill>
                <a:latin typeface="Calibri"/>
              </a:rPr>
              <a:t>iteration</a:t>
            </a:r>
            <a:r>
              <a:rPr lang="it-IT" sz="1800" b="0" strike="noStrike" spc="-1" dirty="0">
                <a:solidFill>
                  <a:schemeClr val="dk1"/>
                </a:solidFill>
                <a:latin typeface="Calibri"/>
              </a:rPr>
              <a:t> over </a:t>
            </a:r>
            <a:r>
              <a:rPr lang="it-IT" sz="1800" b="0" strike="noStrike" spc="-1" dirty="0" err="1">
                <a:solidFill>
                  <a:schemeClr val="dk1"/>
                </a:solidFill>
                <a:latin typeface="Calibri"/>
              </a:rPr>
              <a:t>each</a:t>
            </a:r>
            <a:r>
              <a:rPr lang="it-IT" sz="1800" b="0" strike="noStrike" spc="-1" dirty="0">
                <a:solidFill>
                  <a:schemeClr val="dk1"/>
                </a:solidFill>
                <a:latin typeface="Calibri"/>
              </a:rPr>
              <a:t> </a:t>
            </a:r>
            <a:r>
              <a:rPr lang="it-IT" sz="1800" b="0" strike="noStrike" spc="-1" dirty="0" err="1">
                <a:solidFill>
                  <a:schemeClr val="dk1"/>
                </a:solidFill>
                <a:latin typeface="Calibri"/>
              </a:rPr>
              <a:t>node</a:t>
            </a:r>
            <a:r>
              <a:rPr lang="it-IT" sz="1800" b="0" strike="noStrike" spc="-1" dirty="0">
                <a:solidFill>
                  <a:schemeClr val="dk1"/>
                </a:solidFill>
                <a:latin typeface="Calibri"/>
              </a:rPr>
              <a:t> </a:t>
            </a:r>
            <a:r>
              <a:rPr lang="it-IT" sz="1800" b="0" strike="noStrike" spc="-1" dirty="0" err="1">
                <a:solidFill>
                  <a:schemeClr val="dk1"/>
                </a:solidFill>
                <a:latin typeface="Calibri"/>
              </a:rPr>
              <a:t>neighbors</a:t>
            </a:r>
            <a:r>
              <a:rPr lang="it-IT" sz="1800" b="0" strike="noStrike" spc="-1" dirty="0">
                <a:solidFill>
                  <a:schemeClr val="dk1"/>
                </a:solidFill>
                <a:latin typeface="Calibri"/>
              </a:rPr>
              <a:t> t </a:t>
            </a:r>
            <a:r>
              <a:rPr lang="it-IT" sz="1800" b="0" strike="noStrike" spc="-1" dirty="0" err="1">
                <a:solidFill>
                  <a:schemeClr val="dk1"/>
                </a:solidFill>
                <a:latin typeface="Calibri"/>
              </a:rPr>
              <a:t>is</a:t>
            </a:r>
            <a:r>
              <a:rPr lang="it-IT" sz="1800" b="0" strike="noStrike" spc="-1" dirty="0">
                <a:solidFill>
                  <a:schemeClr val="dk1"/>
                </a:solidFill>
                <a:latin typeface="Calibri"/>
              </a:rPr>
              <a:t> </a:t>
            </a:r>
            <a:r>
              <a:rPr lang="it-IT" sz="1800" b="0" strike="noStrike" spc="-1" dirty="0" err="1">
                <a:solidFill>
                  <a:schemeClr val="dk1"/>
                </a:solidFill>
                <a:latin typeface="Calibri"/>
              </a:rPr>
              <a:t>parallelized</a:t>
            </a:r>
            <a:r>
              <a:rPr lang="it-IT" sz="1800" b="0" strike="noStrike" spc="-1" dirty="0">
                <a:solidFill>
                  <a:schemeClr val="dk1"/>
                </a:solidFill>
                <a:latin typeface="Calibri"/>
              </a:rPr>
              <a:t>: </a:t>
            </a:r>
            <a:r>
              <a:rPr lang="it-IT" sz="1800" b="0" strike="noStrike" spc="-1" dirty="0" err="1">
                <a:solidFill>
                  <a:schemeClr val="dk1"/>
                </a:solidFill>
                <a:latin typeface="Calibri"/>
              </a:rPr>
              <a:t>this</a:t>
            </a:r>
            <a:r>
              <a:rPr lang="it-IT" sz="1800" b="0" strike="noStrike" spc="-1" dirty="0">
                <a:solidFill>
                  <a:schemeClr val="dk1"/>
                </a:solidFill>
                <a:latin typeface="Calibri"/>
              </a:rPr>
              <a:t> </a:t>
            </a:r>
            <a:r>
              <a:rPr lang="it-IT" sz="1800" b="0" strike="noStrike" spc="-1" dirty="0" err="1">
                <a:solidFill>
                  <a:schemeClr val="dk1"/>
                </a:solidFill>
                <a:latin typeface="Calibri"/>
              </a:rPr>
              <a:t>is</a:t>
            </a:r>
            <a:r>
              <a:rPr lang="it-IT" sz="1800" b="0" strike="noStrike" spc="-1" dirty="0">
                <a:solidFill>
                  <a:schemeClr val="dk1"/>
                </a:solidFill>
                <a:latin typeface="Calibri"/>
              </a:rPr>
              <a:t> </a:t>
            </a:r>
            <a:r>
              <a:rPr lang="it-IT" sz="1800" b="0" strike="noStrike" spc="-1" dirty="0" err="1">
                <a:solidFill>
                  <a:schemeClr val="dk1"/>
                </a:solidFill>
                <a:latin typeface="Calibri"/>
              </a:rPr>
              <a:t>achieved</a:t>
            </a:r>
            <a:r>
              <a:rPr lang="it-IT" sz="1800" b="0" strike="noStrike" spc="-1" dirty="0">
                <a:solidFill>
                  <a:schemeClr val="dk1"/>
                </a:solidFill>
                <a:latin typeface="Calibri"/>
              </a:rPr>
              <a:t> by </a:t>
            </a:r>
            <a:r>
              <a:rPr lang="it-IT" sz="1800" b="0" strike="noStrike" spc="-1" dirty="0" err="1">
                <a:solidFill>
                  <a:schemeClr val="dk1"/>
                </a:solidFill>
                <a:latin typeface="Calibri"/>
              </a:rPr>
              <a:t>dividing</a:t>
            </a:r>
            <a:r>
              <a:rPr lang="it-IT" sz="1800" b="0" strike="noStrike" spc="-1" dirty="0">
                <a:solidFill>
                  <a:schemeClr val="dk1"/>
                </a:solidFill>
                <a:latin typeface="Calibri"/>
              </a:rPr>
              <a:t> the </a:t>
            </a:r>
            <a:r>
              <a:rPr lang="it-IT" sz="1800" b="0" strike="noStrike" spc="-1" dirty="0" err="1">
                <a:solidFill>
                  <a:schemeClr val="dk1"/>
                </a:solidFill>
                <a:latin typeface="Calibri"/>
              </a:rPr>
              <a:t>neighbors</a:t>
            </a:r>
            <a:r>
              <a:rPr lang="it-IT" sz="1800" b="0" strike="noStrike" spc="-1" dirty="0">
                <a:solidFill>
                  <a:schemeClr val="dk1"/>
                </a:solidFill>
                <a:latin typeface="Calibri"/>
              </a:rPr>
              <a:t> of s </a:t>
            </a:r>
            <a:r>
              <a:rPr lang="it-IT" sz="1800" b="0" strike="noStrike" spc="-1" dirty="0" err="1">
                <a:solidFill>
                  <a:schemeClr val="dk1"/>
                </a:solidFill>
                <a:latin typeface="Calibri"/>
              </a:rPr>
              <a:t>into</a:t>
            </a:r>
            <a:r>
              <a:rPr lang="it-IT" sz="1800" b="0" strike="noStrike" spc="-1" dirty="0">
                <a:solidFill>
                  <a:schemeClr val="dk1"/>
                </a:solidFill>
                <a:latin typeface="Calibri"/>
              </a:rPr>
              <a:t> </a:t>
            </a:r>
            <a:r>
              <a:rPr lang="it-IT" sz="1800" b="0" strike="noStrike" spc="-1" dirty="0" err="1">
                <a:solidFill>
                  <a:schemeClr val="dk1"/>
                </a:solidFill>
                <a:latin typeface="Calibri"/>
              </a:rPr>
              <a:t>chunks</a:t>
            </a:r>
            <a:r>
              <a:rPr lang="it-IT" sz="1800" b="0" strike="noStrike" spc="-1" dirty="0">
                <a:solidFill>
                  <a:schemeClr val="dk1"/>
                </a:solidFill>
                <a:latin typeface="Calibri"/>
              </a:rPr>
              <a:t>, with </a:t>
            </a:r>
            <a:r>
              <a:rPr lang="it-IT" sz="1800" b="0" strike="noStrike" spc="-1" dirty="0" err="1">
                <a:solidFill>
                  <a:schemeClr val="dk1"/>
                </a:solidFill>
                <a:latin typeface="Calibri"/>
              </a:rPr>
              <a:t>each</a:t>
            </a:r>
            <a:r>
              <a:rPr lang="it-IT" sz="1800" b="0" strike="noStrike" spc="-1" dirty="0">
                <a:solidFill>
                  <a:schemeClr val="dk1"/>
                </a:solidFill>
                <a:latin typeface="Calibri"/>
              </a:rPr>
              <a:t> </a:t>
            </a:r>
            <a:r>
              <a:rPr lang="it-IT" sz="1800" b="0" strike="noStrike" spc="-1" dirty="0" err="1">
                <a:solidFill>
                  <a:schemeClr val="dk1"/>
                </a:solidFill>
                <a:latin typeface="Calibri"/>
              </a:rPr>
              <a:t>chunk</a:t>
            </a:r>
            <a:r>
              <a:rPr lang="it-IT" sz="1800" b="0" strike="noStrike" spc="-1" dirty="0">
                <a:solidFill>
                  <a:schemeClr val="dk1"/>
                </a:solidFill>
                <a:latin typeface="Calibri"/>
              </a:rPr>
              <a:t> </a:t>
            </a:r>
            <a:r>
              <a:rPr lang="it-IT" sz="1800" b="0" strike="noStrike" spc="-1" dirty="0" err="1">
                <a:solidFill>
                  <a:schemeClr val="dk1"/>
                </a:solidFill>
                <a:latin typeface="Calibri"/>
              </a:rPr>
              <a:t>processed</a:t>
            </a:r>
            <a:r>
              <a:rPr lang="it-IT" sz="1800" b="0" strike="noStrike" spc="-1" dirty="0">
                <a:solidFill>
                  <a:schemeClr val="dk1"/>
                </a:solidFill>
                <a:latin typeface="Calibri"/>
              </a:rPr>
              <a:t> by a separate worker </a:t>
            </a:r>
            <a:r>
              <a:rPr lang="it-IT" sz="1800" b="0" strike="noStrike" spc="-1" dirty="0" err="1">
                <a:solidFill>
                  <a:schemeClr val="dk1"/>
                </a:solidFill>
                <a:latin typeface="Calibri"/>
              </a:rPr>
              <a:t>thread</a:t>
            </a:r>
            <a:r>
              <a:rPr lang="it-IT" sz="1800" b="0" strike="noStrike" spc="-1" dirty="0">
                <a:solidFill>
                  <a:schemeClr val="dk1"/>
                </a:solidFill>
                <a:latin typeface="Calibri"/>
              </a:rPr>
              <a:t>.</a:t>
            </a:r>
            <a:endParaRPr lang="en-US" sz="1800" b="0" strike="noStrike" spc="-1" dirty="0">
              <a:solidFill>
                <a:srgbClr val="000000"/>
              </a:solidFill>
              <a:latin typeface="Arial"/>
            </a:endParaRPr>
          </a:p>
        </p:txBody>
      </p:sp>
      <p:pic>
        <p:nvPicPr>
          <p:cNvPr id="128" name="Picture 10" descr="A graph with a red line&#10;&#10;AI-generated content may be incorrect."/>
          <p:cNvPicPr/>
          <p:nvPr/>
        </p:nvPicPr>
        <p:blipFill>
          <a:blip r:embed="rId2"/>
          <a:stretch/>
        </p:blipFill>
        <p:spPr>
          <a:xfrm>
            <a:off x="87640" y="3180560"/>
            <a:ext cx="5552280" cy="3331080"/>
          </a:xfrm>
          <a:prstGeom prst="rect">
            <a:avLst/>
          </a:prstGeom>
          <a:ln w="0">
            <a:noFill/>
          </a:ln>
        </p:spPr>
      </p:pic>
      <p:sp>
        <p:nvSpPr>
          <p:cNvPr id="129" name="TextBox 12"/>
          <p:cNvSpPr/>
          <p:nvPr/>
        </p:nvSpPr>
        <p:spPr>
          <a:xfrm>
            <a:off x="5547240" y="3701520"/>
            <a:ext cx="6095520" cy="173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800" b="0" strike="noStrike" spc="-1" dirty="0">
                <a:solidFill>
                  <a:schemeClr val="dk1"/>
                </a:solidFill>
                <a:latin typeface="Calibri"/>
              </a:rPr>
              <a:t>Using multiple threads with mutexes to operate on shared data is often counterproductive. The </a:t>
            </a:r>
            <a:r>
              <a:rPr lang="en-US" sz="1800" b="1" strike="noStrike" spc="-1" dirty="0">
                <a:solidFill>
                  <a:schemeClr val="dk1"/>
                </a:solidFill>
                <a:latin typeface="Calibri"/>
              </a:rPr>
              <a:t>mutexes</a:t>
            </a:r>
            <a:r>
              <a:rPr lang="en-US" sz="1800" b="0" strike="noStrike" spc="-1" dirty="0">
                <a:solidFill>
                  <a:schemeClr val="dk1"/>
                </a:solidFill>
                <a:latin typeface="Calibri"/>
              </a:rPr>
              <a:t> force the operations to run </a:t>
            </a:r>
            <a:r>
              <a:rPr lang="en-US" sz="1800" b="1" strike="noStrike" spc="-1" dirty="0">
                <a:solidFill>
                  <a:schemeClr val="dk1"/>
                </a:solidFill>
                <a:latin typeface="Calibri"/>
              </a:rPr>
              <a:t>one after another</a:t>
            </a:r>
            <a:r>
              <a:rPr lang="en-US" sz="1800" b="0" strike="noStrike" spc="-1" dirty="0">
                <a:solidFill>
                  <a:schemeClr val="dk1"/>
                </a:solidFill>
                <a:latin typeface="Calibri"/>
              </a:rPr>
              <a:t> (serially), which eliminates the speed advantage of using parallel threads. Also, the process of creating and managing the threads adds its own </a:t>
            </a:r>
            <a:r>
              <a:rPr lang="en-US" sz="1800" b="1" strike="noStrike" spc="-1" dirty="0">
                <a:solidFill>
                  <a:schemeClr val="dk1"/>
                </a:solidFill>
                <a:latin typeface="Calibri"/>
              </a:rPr>
              <a:t>computational overhead</a:t>
            </a:r>
            <a:r>
              <a:rPr lang="en-US" sz="1800" b="0" strike="noStrike" spc="-1" dirty="0">
                <a:solidFill>
                  <a:schemeClr val="dk1"/>
                </a:solidFill>
                <a:latin typeface="Calibri"/>
              </a:rPr>
              <a:t>, further slowing down the entire process.</a:t>
            </a:r>
            <a:endParaRPr lang="en-US" sz="1800" b="0" strike="noStrike" spc="-1" dirty="0">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30" name="Rectangle 24">
            <a:extLst>
              <a:ext uri="{C183D7F6-B498-43B3-948B-1728B52AA6E4}">
                <adec:decorative xmlns:adec="http://schemas.microsoft.com/office/drawing/2017/decorative" val="1"/>
              </a:ext>
            </a:extLst>
          </p:cNvPr>
          <p:cNvSpPr/>
          <p:nvPr/>
        </p:nvSpPr>
        <p:spPr>
          <a:xfrm>
            <a:off x="0" y="0"/>
            <a:ext cx="12191760" cy="63338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sp>
        <p:nvSpPr>
          <p:cNvPr id="131" name="PlaceHolder 1"/>
          <p:cNvSpPr>
            <a:spLocks noGrp="1"/>
          </p:cNvSpPr>
          <p:nvPr>
            <p:ph type="title"/>
          </p:nvPr>
        </p:nvSpPr>
        <p:spPr>
          <a:xfrm>
            <a:off x="4703400" y="635040"/>
            <a:ext cx="6845760" cy="1450440"/>
          </a:xfrm>
          <a:prstGeom prst="rect">
            <a:avLst/>
          </a:prstGeom>
          <a:noFill/>
          <a:ln w="0">
            <a:noFill/>
          </a:ln>
        </p:spPr>
        <p:txBody>
          <a:bodyPr lIns="91440" tIns="45720" rIns="91440" bIns="45720" anchor="b">
            <a:normAutofit fontScale="93560"/>
          </a:bodyPr>
          <a:lstStyle/>
          <a:p>
            <a:pPr indent="0" defTabSz="914400">
              <a:lnSpc>
                <a:spcPct val="85000"/>
              </a:lnSpc>
              <a:buNone/>
            </a:pPr>
            <a:r>
              <a:rPr lang="en-US" sz="3700" b="0" strike="noStrike" spc="-52" dirty="0">
                <a:solidFill>
                  <a:schemeClr val="dk1">
                    <a:lumMod val="75000"/>
                    <a:lumOff val="25000"/>
                  </a:schemeClr>
                </a:solidFill>
                <a:latin typeface="Calibri Light"/>
              </a:rPr>
              <a:t>Parallel (C++) Forward Node </a:t>
            </a:r>
            <a:r>
              <a:rPr lang="en-US" sz="3700" b="0" strike="noStrike" spc="-52" dirty="0" err="1">
                <a:solidFill>
                  <a:schemeClr val="dk1">
                    <a:lumMod val="75000"/>
                    <a:lumOff val="25000"/>
                  </a:schemeClr>
                </a:solidFill>
                <a:latin typeface="Calibri Light"/>
              </a:rPr>
              <a:t>Iteator</a:t>
            </a:r>
            <a:r>
              <a:rPr lang="en-US" sz="3700" b="0" strike="noStrike" spc="-52" dirty="0">
                <a:solidFill>
                  <a:schemeClr val="dk1">
                    <a:lumMod val="75000"/>
                    <a:lumOff val="25000"/>
                  </a:schemeClr>
                </a:solidFill>
                <a:latin typeface="Calibri Light"/>
              </a:rPr>
              <a:t> Algorithm, V3 (Final Version) </a:t>
            </a:r>
            <a:endParaRPr lang="en-US" sz="3700" b="0" strike="noStrike" spc="-1" dirty="0">
              <a:solidFill>
                <a:schemeClr val="dk1"/>
              </a:solidFill>
              <a:latin typeface="Calibri"/>
            </a:endParaRPr>
          </a:p>
        </p:txBody>
      </p:sp>
      <p:pic>
        <p:nvPicPr>
          <p:cNvPr id="132" name="Picture 6" descr="A graph with red line&#10;&#10;AI-generated content may be incorrect."/>
          <p:cNvPicPr/>
          <p:nvPr/>
        </p:nvPicPr>
        <p:blipFill>
          <a:blip r:embed="rId2"/>
          <a:srcRect r="2583"/>
          <a:stretch/>
        </p:blipFill>
        <p:spPr>
          <a:xfrm>
            <a:off x="532800" y="-51120"/>
            <a:ext cx="3637800" cy="2240280"/>
          </a:xfrm>
          <a:prstGeom prst="rect">
            <a:avLst/>
          </a:prstGeom>
          <a:ln w="0">
            <a:noFill/>
          </a:ln>
        </p:spPr>
      </p:pic>
      <p:cxnSp>
        <p:nvCxnSpPr>
          <p:cNvPr id="133" name="Straight Connector 26">
            <a:extLst>
              <a:ext uri="{C183D7F6-B498-43B3-948B-1728B52AA6E4}">
                <adec:decorative xmlns:adec="http://schemas.microsoft.com/office/drawing/2017/decorative" val="1"/>
              </a:ext>
            </a:extLst>
          </p:cNvPr>
          <p:cNvCxnSpPr/>
          <p:nvPr/>
        </p:nvCxnSpPr>
        <p:spPr>
          <a:xfrm>
            <a:off x="4809600" y="2085840"/>
            <a:ext cx="5852520" cy="360"/>
          </a:xfrm>
          <a:prstGeom prst="straightConnector1">
            <a:avLst/>
          </a:prstGeom>
          <a:ln w="6350">
            <a:solidFill>
              <a:srgbClr val="000000">
                <a:lumMod val="50000"/>
                <a:lumOff val="50000"/>
                <a:alpha val="90000"/>
              </a:srgbClr>
            </a:solidFill>
            <a:round/>
          </a:ln>
        </p:spPr>
      </p:cxnSp>
      <p:pic>
        <p:nvPicPr>
          <p:cNvPr id="134" name="Picture 8" descr="A graph with red line&#10;&#10;AI-generated content may be incorrect."/>
          <p:cNvPicPr/>
          <p:nvPr/>
        </p:nvPicPr>
        <p:blipFill>
          <a:blip r:embed="rId3"/>
          <a:srcRect r="2583"/>
          <a:stretch/>
        </p:blipFill>
        <p:spPr>
          <a:xfrm>
            <a:off x="411840" y="2085840"/>
            <a:ext cx="3810600" cy="2346840"/>
          </a:xfrm>
          <a:prstGeom prst="rect">
            <a:avLst/>
          </a:prstGeom>
          <a:ln w="0">
            <a:noFill/>
          </a:ln>
        </p:spPr>
      </p:pic>
      <p:pic>
        <p:nvPicPr>
          <p:cNvPr id="135" name="Picture 10"/>
          <p:cNvPicPr/>
          <p:nvPr/>
        </p:nvPicPr>
        <p:blipFill>
          <a:blip r:embed="rId4"/>
          <a:stretch/>
        </p:blipFill>
        <p:spPr>
          <a:xfrm>
            <a:off x="467640" y="4329360"/>
            <a:ext cx="3767760" cy="2071080"/>
          </a:xfrm>
          <a:prstGeom prst="rect">
            <a:avLst/>
          </a:prstGeom>
          <a:ln w="0">
            <a:noFill/>
          </a:ln>
        </p:spPr>
      </p:pic>
      <p:sp>
        <p:nvSpPr>
          <p:cNvPr id="136" name="TextBox 4"/>
          <p:cNvSpPr/>
          <p:nvPr/>
        </p:nvSpPr>
        <p:spPr>
          <a:xfrm>
            <a:off x="4701600" y="2198880"/>
            <a:ext cx="6847560" cy="3669840"/>
          </a:xfrm>
          <a:prstGeom prst="rect">
            <a:avLst/>
          </a:prstGeom>
          <a:noFill/>
          <a:ln w="0">
            <a:noFill/>
          </a:ln>
        </p:spPr>
        <p:style>
          <a:lnRef idx="0">
            <a:scrgbClr r="0" g="0" b="0"/>
          </a:lnRef>
          <a:fillRef idx="0">
            <a:scrgbClr r="0" g="0" b="0"/>
          </a:fillRef>
          <a:effectRef idx="0">
            <a:scrgbClr r="0" g="0" b="0"/>
          </a:effectRef>
          <a:fontRef idx="minor"/>
        </p:style>
        <p:txBody>
          <a:bodyPr lIns="0" rIns="0" anchor="t">
            <a:normAutofit lnSpcReduction="10000"/>
          </a:bodyPr>
          <a:lstStyle/>
          <a:p>
            <a:pPr defTabSz="914400">
              <a:lnSpc>
                <a:spcPct val="90000"/>
              </a:lnSpc>
              <a:spcAft>
                <a:spcPts val="601"/>
              </a:spcAft>
            </a:pPr>
            <a:r>
              <a:rPr lang="en-US" sz="1700" b="0" strike="noStrike" spc="-1" dirty="0">
                <a:solidFill>
                  <a:schemeClr val="dk1">
                    <a:lumMod val="75000"/>
                    <a:lumOff val="25000"/>
                  </a:schemeClr>
                </a:solidFill>
                <a:latin typeface="Calibri"/>
              </a:rPr>
              <a:t>The final version of our algorithm is the most efficient and scalable. Amdahl’s Law states that the speedup of a program from parallelization is limited by the sequential fraction of the program. </a:t>
            </a:r>
            <a:r>
              <a:rPr lang="en-US" sz="1700" b="1" strike="noStrike" spc="-1" dirty="0">
                <a:solidFill>
                  <a:schemeClr val="dk1">
                    <a:lumMod val="75000"/>
                    <a:lumOff val="25000"/>
                  </a:schemeClr>
                </a:solidFill>
                <a:latin typeface="Calibri"/>
              </a:rPr>
              <a:t>The new algorithm has a much smaller sequential fraction.</a:t>
            </a:r>
            <a:endParaRPr lang="en-US" sz="1700" b="0" strike="noStrike" spc="-1" dirty="0">
              <a:solidFill>
                <a:srgbClr val="000000"/>
              </a:solidFill>
              <a:latin typeface="Arial"/>
            </a:endParaRPr>
          </a:p>
          <a:p>
            <a:pPr defTabSz="914400">
              <a:lnSpc>
                <a:spcPct val="90000"/>
              </a:lnSpc>
              <a:spcAft>
                <a:spcPts val="601"/>
              </a:spcAft>
            </a:pPr>
            <a:r>
              <a:rPr lang="en-US" sz="1700" b="0" strike="noStrike" spc="-1" dirty="0">
                <a:solidFill>
                  <a:schemeClr val="dk1">
                    <a:lumMod val="75000"/>
                    <a:lumOff val="25000"/>
                  </a:schemeClr>
                </a:solidFill>
                <a:latin typeface="Calibri"/>
              </a:rPr>
              <a:t>We </a:t>
            </a:r>
            <a:r>
              <a:rPr lang="en-US" sz="1700" b="1" strike="noStrike" spc="-1" dirty="0">
                <a:solidFill>
                  <a:schemeClr val="dk1">
                    <a:lumMod val="75000"/>
                    <a:lumOff val="25000"/>
                  </a:schemeClr>
                </a:solidFill>
                <a:latin typeface="Calibri"/>
              </a:rPr>
              <a:t>parallelized the whole algorithm </a:t>
            </a:r>
            <a:r>
              <a:rPr lang="en-US" sz="1700" b="0" strike="noStrike" spc="-1" dirty="0">
                <a:solidFill>
                  <a:schemeClr val="dk1">
                    <a:lumMod val="75000"/>
                    <a:lumOff val="25000"/>
                  </a:schemeClr>
                </a:solidFill>
                <a:latin typeface="Calibri"/>
              </a:rPr>
              <a:t>(not just the inner loop), resorted to C++ </a:t>
            </a:r>
            <a:r>
              <a:rPr lang="en-US" sz="1700" b="1" strike="noStrike" spc="-1" dirty="0">
                <a:solidFill>
                  <a:schemeClr val="dk1">
                    <a:lumMod val="75000"/>
                    <a:lumOff val="25000"/>
                  </a:schemeClr>
                </a:solidFill>
                <a:latin typeface="Calibri"/>
              </a:rPr>
              <a:t>std::async tasks</a:t>
            </a:r>
            <a:r>
              <a:rPr lang="en-US" sz="1700" b="0" strike="noStrike" spc="-1" dirty="0">
                <a:solidFill>
                  <a:schemeClr val="dk1">
                    <a:lumMod val="75000"/>
                    <a:lumOff val="25000"/>
                  </a:schemeClr>
                </a:solidFill>
                <a:latin typeface="Calibri"/>
              </a:rPr>
              <a:t>, and </a:t>
            </a:r>
            <a:r>
              <a:rPr lang="en-US" sz="1700" b="1" strike="noStrike" spc="-1" dirty="0">
                <a:solidFill>
                  <a:schemeClr val="dk1">
                    <a:lumMod val="75000"/>
                    <a:lumOff val="25000"/>
                  </a:schemeClr>
                </a:solidFill>
                <a:latin typeface="Calibri"/>
              </a:rPr>
              <a:t>thread-local counts</a:t>
            </a:r>
            <a:r>
              <a:rPr lang="en-US" sz="1700" b="0" strike="noStrike" spc="-1" dirty="0">
                <a:solidFill>
                  <a:schemeClr val="dk1">
                    <a:lumMod val="75000"/>
                    <a:lumOff val="25000"/>
                  </a:schemeClr>
                </a:solidFill>
                <a:latin typeface="Calibri"/>
              </a:rPr>
              <a:t> were used to eliminate contention between them (mutexes not needed anymore). Each worker processes a chunk of nodes. The core algorithm was also rewritten using a </a:t>
            </a:r>
            <a:r>
              <a:rPr lang="en-US" sz="1700" b="1" strike="noStrike" spc="-1" dirty="0">
                <a:solidFill>
                  <a:schemeClr val="dk1">
                    <a:lumMod val="75000"/>
                    <a:lumOff val="25000"/>
                  </a:schemeClr>
                </a:solidFill>
                <a:latin typeface="Calibri"/>
              </a:rPr>
              <a:t>Merge Like approach</a:t>
            </a:r>
            <a:r>
              <a:rPr lang="en-US" sz="1700" b="0" strike="noStrike" spc="-1" dirty="0">
                <a:solidFill>
                  <a:schemeClr val="dk1">
                    <a:lumMod val="75000"/>
                    <a:lumOff val="25000"/>
                  </a:schemeClr>
                </a:solidFill>
                <a:latin typeface="Calibri"/>
              </a:rPr>
              <a:t> for fast intersection of the two neighbors vectors. </a:t>
            </a:r>
            <a:r>
              <a:rPr lang="en-US" sz="1700" b="1" strike="noStrike" spc="-1" dirty="0">
                <a:solidFill>
                  <a:schemeClr val="dk1">
                    <a:lumMod val="75000"/>
                    <a:lumOff val="25000"/>
                  </a:schemeClr>
                </a:solidFill>
                <a:latin typeface="Calibri"/>
              </a:rPr>
              <a:t>std::</a:t>
            </a:r>
            <a:r>
              <a:rPr lang="en-US" sz="1700" b="1" strike="noStrike" spc="-1" dirty="0" err="1">
                <a:solidFill>
                  <a:schemeClr val="dk1">
                    <a:lumMod val="75000"/>
                    <a:lumOff val="25000"/>
                  </a:schemeClr>
                </a:solidFill>
                <a:latin typeface="Calibri"/>
              </a:rPr>
              <a:t>unordered_set</a:t>
            </a:r>
            <a:r>
              <a:rPr lang="en-US" sz="1700" b="0" strike="noStrike" spc="-1" dirty="0">
                <a:solidFill>
                  <a:schemeClr val="dk1">
                    <a:lumMod val="75000"/>
                    <a:lumOff val="25000"/>
                  </a:schemeClr>
                </a:solidFill>
                <a:latin typeface="Calibri"/>
              </a:rPr>
              <a:t>, which dramatically improved data lookup speeds from O(</a:t>
            </a:r>
            <a:r>
              <a:rPr lang="en-US" sz="1700" b="0" strike="noStrike" spc="-1" dirty="0" err="1">
                <a:solidFill>
                  <a:schemeClr val="dk1">
                    <a:lumMod val="75000"/>
                    <a:lumOff val="25000"/>
                  </a:schemeClr>
                </a:solidFill>
                <a:latin typeface="Calibri"/>
              </a:rPr>
              <a:t>logN</a:t>
            </a:r>
            <a:r>
              <a:rPr lang="en-US" sz="1700" b="0" strike="noStrike" spc="-1" dirty="0">
                <a:solidFill>
                  <a:schemeClr val="dk1">
                    <a:lumMod val="75000"/>
                    <a:lumOff val="25000"/>
                  </a:schemeClr>
                </a:solidFill>
                <a:latin typeface="Calibri"/>
              </a:rPr>
              <a:t>) to an average of </a:t>
            </a:r>
            <a:r>
              <a:rPr lang="en-US" sz="1700" b="1" strike="noStrike" spc="-1" dirty="0">
                <a:solidFill>
                  <a:schemeClr val="dk1">
                    <a:lumMod val="75000"/>
                    <a:lumOff val="25000"/>
                  </a:schemeClr>
                </a:solidFill>
                <a:latin typeface="Calibri"/>
              </a:rPr>
              <a:t>O(1)</a:t>
            </a:r>
            <a:r>
              <a:rPr lang="en-US" sz="1700" b="0" strike="noStrike" spc="-1" dirty="0">
                <a:solidFill>
                  <a:schemeClr val="dk1">
                    <a:lumMod val="75000"/>
                    <a:lumOff val="25000"/>
                  </a:schemeClr>
                </a:solidFill>
                <a:latin typeface="Calibri"/>
              </a:rPr>
              <a:t> and made memory usage more efficient.</a:t>
            </a:r>
            <a:endParaRPr lang="en-US" sz="1700" b="0" strike="noStrike" spc="-1" dirty="0">
              <a:solidFill>
                <a:srgbClr val="000000"/>
              </a:solidFill>
              <a:latin typeface="Arial"/>
            </a:endParaRPr>
          </a:p>
          <a:p>
            <a:pPr defTabSz="914400">
              <a:lnSpc>
                <a:spcPct val="90000"/>
              </a:lnSpc>
              <a:spcAft>
                <a:spcPts val="601"/>
              </a:spcAft>
            </a:pPr>
            <a:r>
              <a:rPr lang="en-US" sz="1700" b="0" strike="noStrike" spc="-1" dirty="0">
                <a:solidFill>
                  <a:schemeClr val="dk1">
                    <a:lumMod val="75000"/>
                    <a:lumOff val="25000"/>
                  </a:schemeClr>
                </a:solidFill>
                <a:latin typeface="Calibri"/>
              </a:rPr>
              <a:t>We immediately see the </a:t>
            </a:r>
            <a:r>
              <a:rPr lang="en-US" sz="1700" b="1" strike="noStrike" spc="-1" dirty="0">
                <a:solidFill>
                  <a:schemeClr val="dk1">
                    <a:lumMod val="75000"/>
                    <a:lumOff val="25000"/>
                  </a:schemeClr>
                </a:solidFill>
                <a:latin typeface="Calibri"/>
              </a:rPr>
              <a:t>scalability issues are solved</a:t>
            </a:r>
            <a:r>
              <a:rPr lang="en-US" sz="1700" b="0" strike="noStrike" spc="-1" dirty="0">
                <a:solidFill>
                  <a:schemeClr val="dk1">
                    <a:lumMod val="75000"/>
                    <a:lumOff val="25000"/>
                  </a:schemeClr>
                </a:solidFill>
                <a:latin typeface="Calibri"/>
              </a:rPr>
              <a:t>: if we increase the thread number, the execution time always gets lower. This also represents a substantial performance gain over the </a:t>
            </a:r>
            <a:r>
              <a:rPr lang="en-US" sz="1700" spc="-1" dirty="0">
                <a:solidFill>
                  <a:schemeClr val="dk1">
                    <a:lumMod val="75000"/>
                    <a:lumOff val="25000"/>
                  </a:schemeClr>
                </a:solidFill>
                <a:latin typeface="Calibri"/>
              </a:rPr>
              <a:t>first</a:t>
            </a:r>
            <a:r>
              <a:rPr lang="en-US" sz="1700" b="0" strike="noStrike" spc="-1" dirty="0">
                <a:solidFill>
                  <a:schemeClr val="dk1">
                    <a:lumMod val="75000"/>
                    <a:lumOff val="25000"/>
                  </a:schemeClr>
                </a:solidFill>
                <a:latin typeface="Calibri"/>
              </a:rPr>
              <a:t> versions, with a time reduction of approximately </a:t>
            </a:r>
            <a:r>
              <a:rPr lang="en-US" sz="1700" b="1" strike="noStrike" spc="-1" dirty="0">
                <a:solidFill>
                  <a:schemeClr val="dk1">
                    <a:lumMod val="75000"/>
                    <a:lumOff val="25000"/>
                  </a:schemeClr>
                </a:solidFill>
                <a:latin typeface="Calibri"/>
              </a:rPr>
              <a:t>82-89%</a:t>
            </a:r>
            <a:r>
              <a:rPr lang="en-US" sz="1700" b="0" strike="noStrike" spc="-1" dirty="0">
                <a:solidFill>
                  <a:schemeClr val="dk1">
                    <a:lumMod val="75000"/>
                    <a:lumOff val="25000"/>
                  </a:schemeClr>
                </a:solidFill>
                <a:latin typeface="Calibri"/>
              </a:rPr>
              <a:t> observed across all thread configurations for a 10k node graph.</a:t>
            </a:r>
            <a:endParaRPr lang="en-US" sz="1700" b="0" strike="noStrike" spc="-1" dirty="0">
              <a:solidFill>
                <a:srgbClr val="000000"/>
              </a:solidFill>
              <a:latin typeface="Arial"/>
            </a:endParaRPr>
          </a:p>
        </p:txBody>
      </p:sp>
      <p:sp>
        <p:nvSpPr>
          <p:cNvPr id="137" name="Rectangle 28">
            <a:extLst>
              <a:ext uri="{C183D7F6-B498-43B3-948B-1728B52AA6E4}">
                <adec:decorative xmlns:adec="http://schemas.microsoft.com/office/drawing/2017/decorative" val="1"/>
              </a:ext>
            </a:extLst>
          </p:cNvPr>
          <p:cNvSpPr/>
          <p:nvPr/>
        </p:nvSpPr>
        <p:spPr>
          <a:xfrm>
            <a:off x="0" y="6334200"/>
            <a:ext cx="12191760" cy="66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1600" rIns="90000" bIns="21600" anchor="t">
            <a:noAutofit/>
          </a:bodyPr>
          <a:lstStyle/>
          <a:p>
            <a:pPr defTabSz="457200">
              <a:lnSpc>
                <a:spcPct val="100000"/>
              </a:lnSpc>
            </a:pPr>
            <a:endParaRPr lang="it-IT" sz="1800" b="0" strike="noStrike" spc="-1">
              <a:solidFill>
                <a:schemeClr val="lt1"/>
              </a:solidFill>
              <a:latin typeface="Calibri"/>
            </a:endParaRPr>
          </a:p>
        </p:txBody>
      </p:sp>
      <p:sp>
        <p:nvSpPr>
          <p:cNvPr id="138" name="Rectangle 30">
            <a:extLst>
              <a:ext uri="{C183D7F6-B498-43B3-948B-1728B52AA6E4}">
                <adec:decorative xmlns:adec="http://schemas.microsoft.com/office/drawing/2017/decorative" val="1"/>
              </a:ext>
            </a:extLst>
          </p:cNvPr>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defTabSz="457200">
              <a:lnSpc>
                <a:spcPct val="100000"/>
              </a:lnSpc>
            </a:pPr>
            <a:endParaRPr lang="it-IT" sz="1800" b="0" strike="noStrike" spc="-1">
              <a:solidFill>
                <a:schemeClr val="lt1"/>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39" name="Rectangle 21">
            <a:extLst>
              <a:ext uri="{C183D7F6-B498-43B3-948B-1728B52AA6E4}">
                <adec:decorative xmlns:adec="http://schemas.microsoft.com/office/drawing/2017/decorative" val="1"/>
              </a:ext>
            </a:extLst>
          </p:cNvPr>
          <p:cNvSpPr/>
          <p:nvPr/>
        </p:nvSpPr>
        <p:spPr>
          <a:xfrm>
            <a:off x="0" y="0"/>
            <a:ext cx="12191760" cy="63338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sp>
        <p:nvSpPr>
          <p:cNvPr id="140" name="PlaceHolder 1"/>
          <p:cNvSpPr>
            <a:spLocks noGrp="1"/>
          </p:cNvSpPr>
          <p:nvPr>
            <p:ph type="title"/>
          </p:nvPr>
        </p:nvSpPr>
        <p:spPr>
          <a:xfrm>
            <a:off x="5144760" y="635040"/>
            <a:ext cx="6404760" cy="1450440"/>
          </a:xfrm>
          <a:prstGeom prst="rect">
            <a:avLst/>
          </a:prstGeom>
          <a:noFill/>
          <a:ln w="0">
            <a:noFill/>
          </a:ln>
        </p:spPr>
        <p:txBody>
          <a:bodyPr lIns="91440" tIns="45720" rIns="91440" bIns="45720" anchor="b">
            <a:normAutofit/>
          </a:bodyPr>
          <a:lstStyle/>
          <a:p>
            <a:pPr indent="0" defTabSz="914400">
              <a:lnSpc>
                <a:spcPct val="85000"/>
              </a:lnSpc>
              <a:buNone/>
            </a:pPr>
            <a:r>
              <a:rPr lang="en-US" sz="4800" b="0" strike="noStrike" spc="-52">
                <a:solidFill>
                  <a:schemeClr val="dk1">
                    <a:lumMod val="75000"/>
                    <a:lumOff val="25000"/>
                  </a:schemeClr>
                </a:solidFill>
                <a:latin typeface="Calibri Light"/>
              </a:rPr>
              <a:t>Node Iterator Algorithms, final comparison </a:t>
            </a:r>
            <a:endParaRPr lang="en-US" sz="4800" b="0" strike="noStrike" spc="-1">
              <a:solidFill>
                <a:schemeClr val="dk1"/>
              </a:solidFill>
              <a:latin typeface="Calibri"/>
            </a:endParaRPr>
          </a:p>
        </p:txBody>
      </p:sp>
      <p:pic>
        <p:nvPicPr>
          <p:cNvPr id="141" name="Picture 9"/>
          <p:cNvPicPr/>
          <p:nvPr/>
        </p:nvPicPr>
        <p:blipFill>
          <a:blip r:embed="rId2"/>
          <a:stretch/>
        </p:blipFill>
        <p:spPr>
          <a:xfrm>
            <a:off x="5290920" y="3026160"/>
            <a:ext cx="5632200" cy="3492000"/>
          </a:xfrm>
          <a:prstGeom prst="rect">
            <a:avLst/>
          </a:prstGeom>
          <a:ln w="0">
            <a:noFill/>
          </a:ln>
        </p:spPr>
      </p:pic>
      <p:cxnSp>
        <p:nvCxnSpPr>
          <p:cNvPr id="142" name="Straight Connector 23">
            <a:extLst>
              <a:ext uri="{C183D7F6-B498-43B3-948B-1728B52AA6E4}">
                <adec:decorative xmlns:adec="http://schemas.microsoft.com/office/drawing/2017/decorative" val="1"/>
              </a:ext>
            </a:extLst>
          </p:cNvPr>
          <p:cNvCxnSpPr/>
          <p:nvPr/>
        </p:nvCxnSpPr>
        <p:spPr>
          <a:xfrm>
            <a:off x="5181120" y="2085840"/>
            <a:ext cx="5852520" cy="360"/>
          </a:xfrm>
          <a:prstGeom prst="straightConnector1">
            <a:avLst/>
          </a:prstGeom>
          <a:ln w="6350">
            <a:solidFill>
              <a:srgbClr val="000000">
                <a:lumMod val="50000"/>
                <a:lumOff val="50000"/>
                <a:alpha val="90000"/>
              </a:srgbClr>
            </a:solidFill>
            <a:round/>
          </a:ln>
        </p:spPr>
      </p:cxnSp>
      <p:pic>
        <p:nvPicPr>
          <p:cNvPr id="143" name="Picture 7"/>
          <p:cNvPicPr/>
          <p:nvPr/>
        </p:nvPicPr>
        <p:blipFill>
          <a:blip r:embed="rId3"/>
          <a:stretch/>
        </p:blipFill>
        <p:spPr>
          <a:xfrm>
            <a:off x="76680" y="122400"/>
            <a:ext cx="4941720" cy="3100680"/>
          </a:xfrm>
          <a:prstGeom prst="rect">
            <a:avLst/>
          </a:prstGeom>
          <a:ln w="0">
            <a:noFill/>
          </a:ln>
        </p:spPr>
      </p:pic>
      <p:sp>
        <p:nvSpPr>
          <p:cNvPr id="144" name="TextBox 5"/>
          <p:cNvSpPr/>
          <p:nvPr/>
        </p:nvSpPr>
        <p:spPr>
          <a:xfrm>
            <a:off x="5144760" y="2198880"/>
            <a:ext cx="6404760" cy="3669840"/>
          </a:xfrm>
          <a:prstGeom prst="rect">
            <a:avLst/>
          </a:prstGeom>
          <a:noFill/>
          <a:ln w="0">
            <a:noFill/>
          </a:ln>
        </p:spPr>
        <p:style>
          <a:lnRef idx="0">
            <a:scrgbClr r="0" g="0" b="0"/>
          </a:lnRef>
          <a:fillRef idx="0">
            <a:scrgbClr r="0" g="0" b="0"/>
          </a:fillRef>
          <a:effectRef idx="0">
            <a:scrgbClr r="0" g="0" b="0"/>
          </a:effectRef>
          <a:fontRef idx="minor"/>
        </p:style>
        <p:txBody>
          <a:bodyPr lIns="0" rIns="0" anchor="t">
            <a:normAutofit/>
          </a:bodyPr>
          <a:lstStyle/>
          <a:p>
            <a:pPr defTabSz="914400">
              <a:lnSpc>
                <a:spcPct val="90000"/>
              </a:lnSpc>
              <a:spcAft>
                <a:spcPts val="601"/>
              </a:spcAft>
            </a:pPr>
            <a:r>
              <a:rPr lang="en-US" sz="1800" b="1" strike="noStrike" spc="-1" dirty="0">
                <a:solidFill>
                  <a:schemeClr val="dk1">
                    <a:lumMod val="75000"/>
                    <a:lumOff val="25000"/>
                  </a:schemeClr>
                </a:solidFill>
                <a:latin typeface="Calibri"/>
              </a:rPr>
              <a:t>The final version of the Node Iterator (Forward) algorithm always beats the sequential version, and if we add up more threads, the speedup keeps increasing, because the execution time gets lower.</a:t>
            </a:r>
            <a:endParaRPr lang="en-US" sz="1800" b="0" strike="noStrike" spc="-1" dirty="0">
              <a:solidFill>
                <a:srgbClr val="000000"/>
              </a:solidFill>
              <a:latin typeface="Arial"/>
            </a:endParaRPr>
          </a:p>
        </p:txBody>
      </p:sp>
      <p:sp>
        <p:nvSpPr>
          <p:cNvPr id="145" name="Rectangle 25">
            <a:extLst>
              <a:ext uri="{C183D7F6-B498-43B3-948B-1728B52AA6E4}">
                <adec:decorative xmlns:adec="http://schemas.microsoft.com/office/drawing/2017/decorative" val="1"/>
              </a:ext>
            </a:extLst>
          </p:cNvPr>
          <p:cNvSpPr/>
          <p:nvPr/>
        </p:nvSpPr>
        <p:spPr>
          <a:xfrm>
            <a:off x="0" y="6334200"/>
            <a:ext cx="12191760" cy="66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1600" rIns="90000" bIns="21600" anchor="t">
            <a:noAutofit/>
          </a:bodyPr>
          <a:lstStyle/>
          <a:p>
            <a:pPr defTabSz="457200">
              <a:lnSpc>
                <a:spcPct val="100000"/>
              </a:lnSpc>
            </a:pPr>
            <a:endParaRPr lang="it-IT" sz="1800" b="0" strike="noStrike" spc="-1">
              <a:solidFill>
                <a:schemeClr val="lt1"/>
              </a:solidFill>
              <a:latin typeface="Calibri"/>
            </a:endParaRPr>
          </a:p>
        </p:txBody>
      </p:sp>
      <p:sp>
        <p:nvSpPr>
          <p:cNvPr id="146" name="Rectangle 27">
            <a:extLst>
              <a:ext uri="{C183D7F6-B498-43B3-948B-1728B52AA6E4}">
                <adec:decorative xmlns:adec="http://schemas.microsoft.com/office/drawing/2017/decorative" val="1"/>
              </a:ext>
            </a:extLst>
          </p:cNvPr>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defTabSz="457200">
              <a:lnSpc>
                <a:spcPct val="100000"/>
              </a:lnSpc>
            </a:pPr>
            <a:endParaRPr lang="it-IT" sz="1800" b="0" strike="noStrike" spc="-1">
              <a:solidFill>
                <a:schemeClr val="lt1"/>
              </a:solidFill>
              <a:latin typeface="Calibri"/>
            </a:endParaRPr>
          </a:p>
        </p:txBody>
      </p:sp>
      <p:pic>
        <p:nvPicPr>
          <p:cNvPr id="147" name="Picture 13"/>
          <p:cNvPicPr/>
          <p:nvPr/>
        </p:nvPicPr>
        <p:blipFill>
          <a:blip r:embed="rId4"/>
          <a:stretch/>
        </p:blipFill>
        <p:spPr>
          <a:xfrm>
            <a:off x="521640" y="3498480"/>
            <a:ext cx="1195920" cy="853200"/>
          </a:xfrm>
          <a:prstGeom prst="rect">
            <a:avLst/>
          </a:prstGeom>
          <a:ln w="0">
            <a:noFill/>
          </a:ln>
        </p:spPr>
      </p:pic>
      <p:pic>
        <p:nvPicPr>
          <p:cNvPr id="148" name="Picture 17"/>
          <p:cNvPicPr/>
          <p:nvPr/>
        </p:nvPicPr>
        <p:blipFill>
          <a:blip r:embed="rId5"/>
          <a:stretch/>
        </p:blipFill>
        <p:spPr>
          <a:xfrm>
            <a:off x="521640" y="4627440"/>
            <a:ext cx="2041920" cy="815040"/>
          </a:xfrm>
          <a:prstGeom prst="rect">
            <a:avLst/>
          </a:prstGeom>
          <a:ln w="0">
            <a:noFill/>
          </a:ln>
        </p:spPr>
      </p:pic>
      <p:sp>
        <p:nvSpPr>
          <p:cNvPr id="149" name="TextBox 18"/>
          <p:cNvSpPr/>
          <p:nvPr/>
        </p:nvSpPr>
        <p:spPr>
          <a:xfrm>
            <a:off x="1857240" y="3925440"/>
            <a:ext cx="106344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it-IT" sz="1800" b="0" strike="noStrike" spc="-1">
                <a:solidFill>
                  <a:schemeClr val="dk1"/>
                </a:solidFill>
                <a:latin typeface="Calibri"/>
              </a:rPr>
              <a:t>Speed-up</a:t>
            </a:r>
            <a:endParaRPr lang="en-US" sz="1800" b="0" strike="noStrike" spc="-1">
              <a:solidFill>
                <a:srgbClr val="000000"/>
              </a:solidFill>
              <a:latin typeface="Arial"/>
            </a:endParaRPr>
          </a:p>
        </p:txBody>
      </p:sp>
      <p:sp>
        <p:nvSpPr>
          <p:cNvPr id="150" name="TextBox 19"/>
          <p:cNvSpPr/>
          <p:nvPr/>
        </p:nvSpPr>
        <p:spPr>
          <a:xfrm>
            <a:off x="2664360" y="4973760"/>
            <a:ext cx="274428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it-IT" sz="1800" b="0" strike="noStrike" spc="-1">
                <a:solidFill>
                  <a:schemeClr val="dk1"/>
                </a:solidFill>
                <a:latin typeface="Calibri"/>
              </a:rPr>
              <a:t>Efficiency (p = numThreads)</a:t>
            </a:r>
            <a:endParaRPr lang="en-US" sz="18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1097280" y="286560"/>
            <a:ext cx="10058040" cy="1450440"/>
          </a:xfrm>
          <a:prstGeom prst="rect">
            <a:avLst/>
          </a:prstGeom>
          <a:noFill/>
          <a:ln w="0">
            <a:noFill/>
          </a:ln>
        </p:spPr>
        <p:txBody>
          <a:bodyPr lIns="91440" tIns="45720" rIns="91440" bIns="45720" anchor="b">
            <a:noAutofit/>
          </a:bodyPr>
          <a:lstStyle/>
          <a:p>
            <a:pPr indent="0" defTabSz="914400">
              <a:lnSpc>
                <a:spcPct val="85000"/>
              </a:lnSpc>
              <a:buNone/>
            </a:pPr>
            <a:r>
              <a:rPr lang="it-IT" sz="4800" b="0" strike="noStrike" spc="-52">
                <a:solidFill>
                  <a:schemeClr val="dk1">
                    <a:lumMod val="75000"/>
                    <a:lumOff val="25000"/>
                  </a:schemeClr>
                </a:solidFill>
                <a:latin typeface="Calibri Light"/>
              </a:rPr>
              <a:t>CUDA Parallel Forward Node Algorithm V1</a:t>
            </a:r>
            <a:endParaRPr lang="en-US" sz="4800" b="0" strike="noStrike" spc="-1">
              <a:solidFill>
                <a:schemeClr val="dk1"/>
              </a:solidFill>
              <a:latin typeface="Calibri"/>
            </a:endParaRPr>
          </a:p>
        </p:txBody>
      </p:sp>
      <p:sp>
        <p:nvSpPr>
          <p:cNvPr id="152" name="TextBox 4"/>
          <p:cNvSpPr/>
          <p:nvPr/>
        </p:nvSpPr>
        <p:spPr>
          <a:xfrm>
            <a:off x="1097280" y="1682880"/>
            <a:ext cx="10058040" cy="323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457200">
              <a:lnSpc>
                <a:spcPct val="100000"/>
              </a:lnSpc>
            </a:pPr>
            <a:r>
              <a:rPr lang="en-US" sz="1700" b="0" strike="noStrike" spc="-1" dirty="0">
                <a:solidFill>
                  <a:schemeClr val="dk1"/>
                </a:solidFill>
                <a:latin typeface="Calibri"/>
              </a:rPr>
              <a:t>The Forward Algorithm was adapted to run on GPUs using CUDA, leveraging their </a:t>
            </a:r>
            <a:r>
              <a:rPr lang="en-US" sz="1700" b="1" strike="noStrike" spc="-1" dirty="0">
                <a:solidFill>
                  <a:schemeClr val="dk1"/>
                </a:solidFill>
                <a:latin typeface="Calibri"/>
              </a:rPr>
              <a:t>massive parallelism</a:t>
            </a:r>
            <a:r>
              <a:rPr lang="en-US" sz="1700" b="0" strike="noStrike" spc="-1" dirty="0">
                <a:solidFill>
                  <a:schemeClr val="dk1"/>
                </a:solidFill>
                <a:latin typeface="Calibri"/>
              </a:rPr>
              <a:t> to significantly speed up processing for large graphs. To achieve this, the graph's data is converted into a GPU-optimized </a:t>
            </a:r>
            <a:r>
              <a:rPr lang="en-US" sz="1700" b="1" strike="noStrike" spc="-1" dirty="0">
                <a:solidFill>
                  <a:schemeClr val="dk1"/>
                </a:solidFill>
                <a:latin typeface="Calibri"/>
              </a:rPr>
              <a:t>Compressed Row Storage (CRS)</a:t>
            </a:r>
            <a:r>
              <a:rPr lang="en-US" sz="1700" b="0" strike="noStrike" spc="-1" dirty="0">
                <a:solidFill>
                  <a:schemeClr val="dk1"/>
                </a:solidFill>
                <a:latin typeface="Calibri"/>
              </a:rPr>
              <a:t> format. This dense storage format is well suited for </a:t>
            </a:r>
            <a:r>
              <a:rPr lang="en-US" sz="1700" b="1" strike="noStrike" spc="-1" dirty="0">
                <a:solidFill>
                  <a:schemeClr val="dk1"/>
                </a:solidFill>
                <a:latin typeface="Calibri"/>
              </a:rPr>
              <a:t>coalesced</a:t>
            </a:r>
            <a:r>
              <a:rPr lang="en-US" sz="1700" b="0" strike="noStrike" spc="-1" dirty="0">
                <a:solidFill>
                  <a:schemeClr val="dk1"/>
                </a:solidFill>
                <a:latin typeface="Calibri"/>
              </a:rPr>
              <a:t> memory access. </a:t>
            </a:r>
            <a:endParaRPr lang="en-US" sz="1700" b="0" strike="noStrike" spc="-1" dirty="0">
              <a:solidFill>
                <a:srgbClr val="000000"/>
              </a:solidFill>
              <a:latin typeface="Arial"/>
            </a:endParaRPr>
          </a:p>
          <a:p>
            <a:pPr algn="just" defTabSz="457200">
              <a:lnSpc>
                <a:spcPct val="100000"/>
              </a:lnSpc>
            </a:pPr>
            <a:r>
              <a:rPr lang="en-US" sz="1700" b="0" strike="noStrike" spc="-1" dirty="0">
                <a:solidFill>
                  <a:schemeClr val="dk1"/>
                </a:solidFill>
                <a:latin typeface="Calibri"/>
              </a:rPr>
              <a:t>The core of the algorithm is performed inside the </a:t>
            </a:r>
            <a:r>
              <a:rPr lang="en-US" sz="1700" b="1" strike="noStrike" spc="-1" dirty="0" err="1">
                <a:solidFill>
                  <a:schemeClr val="dk1"/>
                </a:solidFill>
                <a:latin typeface="Calibri"/>
              </a:rPr>
              <a:t>ForwardAlgorithmKernel</a:t>
            </a:r>
            <a:r>
              <a:rPr lang="en-US" sz="1700" b="1" strike="noStrike" spc="-1" dirty="0">
                <a:solidFill>
                  <a:schemeClr val="dk1"/>
                </a:solidFill>
                <a:latin typeface="Calibri"/>
              </a:rPr>
              <a:t> kernel function</a:t>
            </a:r>
            <a:r>
              <a:rPr lang="en-US" sz="1700" b="0" strike="noStrike" spc="-1" dirty="0">
                <a:solidFill>
                  <a:schemeClr val="dk1"/>
                </a:solidFill>
                <a:latin typeface="Calibri"/>
              </a:rPr>
              <a:t>, where we assign each GPU thread to a graph node. Within the function, the approach to identify a potential triangle formed by vertices (s, t, v) remains the same as with the C++ versions. To handle concurrent updates to the global triangle counter from multiple threads, the </a:t>
            </a:r>
            <a:r>
              <a:rPr lang="en-US" sz="1700" b="1" strike="noStrike" spc="-1" dirty="0" err="1">
                <a:solidFill>
                  <a:schemeClr val="dk1"/>
                </a:solidFill>
                <a:latin typeface="Calibri"/>
              </a:rPr>
              <a:t>atomicAdd</a:t>
            </a:r>
            <a:r>
              <a:rPr lang="en-US" sz="1700" b="0" strike="noStrike" spc="-1" dirty="0">
                <a:solidFill>
                  <a:schemeClr val="dk1"/>
                </a:solidFill>
                <a:latin typeface="Calibri"/>
              </a:rPr>
              <a:t> function is used.</a:t>
            </a:r>
            <a:endParaRPr lang="en-US" sz="1700" b="0" strike="noStrike" spc="-1" dirty="0">
              <a:solidFill>
                <a:srgbClr val="000000"/>
              </a:solidFill>
              <a:latin typeface="Arial"/>
            </a:endParaRPr>
          </a:p>
          <a:p>
            <a:pPr algn="just" defTabSz="457200">
              <a:lnSpc>
                <a:spcPct val="100000"/>
              </a:lnSpc>
            </a:pPr>
            <a:r>
              <a:rPr lang="en-US" sz="1700" b="0" strike="noStrike" spc="-1" dirty="0">
                <a:solidFill>
                  <a:schemeClr val="dk1"/>
                </a:solidFill>
                <a:latin typeface="Calibri"/>
              </a:rPr>
              <a:t>This strategy is heavily dependent on the configuration of its launch parameters, particularly the </a:t>
            </a:r>
            <a:r>
              <a:rPr lang="en-US" sz="1700" b="1" strike="noStrike" spc="-1" dirty="0" err="1">
                <a:solidFill>
                  <a:schemeClr val="dk1"/>
                </a:solidFill>
                <a:latin typeface="Calibri"/>
              </a:rPr>
              <a:t>blockSize</a:t>
            </a:r>
            <a:r>
              <a:rPr lang="en-US" sz="1700" b="1" strike="noStrike" spc="-1" dirty="0">
                <a:solidFill>
                  <a:schemeClr val="dk1"/>
                </a:solidFill>
                <a:latin typeface="Calibri"/>
              </a:rPr>
              <a:t>, which serves as a critical hyperparameter for performance tuning. </a:t>
            </a:r>
            <a:r>
              <a:rPr lang="en-US" sz="1700" b="0" strike="noStrike" spc="-1" dirty="0">
                <a:solidFill>
                  <a:schemeClr val="dk1"/>
                </a:solidFill>
                <a:latin typeface="Calibri"/>
              </a:rPr>
              <a:t>Since, in current architectures, a warp is composed of </a:t>
            </a:r>
            <a:r>
              <a:rPr lang="en-US" sz="1700" b="1" strike="noStrike" spc="-1" dirty="0">
                <a:solidFill>
                  <a:schemeClr val="dk1"/>
                </a:solidFill>
                <a:latin typeface="Calibri"/>
              </a:rPr>
              <a:t>32 threads</a:t>
            </a:r>
            <a:r>
              <a:rPr lang="en-US" sz="1700" b="0" strike="noStrike" spc="-1" dirty="0">
                <a:solidFill>
                  <a:schemeClr val="dk1"/>
                </a:solidFill>
                <a:latin typeface="Calibri"/>
              </a:rPr>
              <a:t>, using multiples of 32 can result in the block containing an exact number of full warps, so the GPU can schedule them more efficiently.</a:t>
            </a:r>
            <a:endParaRPr lang="en-US" sz="1700" b="0" strike="noStrike" spc="-1" dirty="0">
              <a:solidFill>
                <a:srgbClr val="000000"/>
              </a:solidFill>
              <a:latin typeface="Arial"/>
            </a:endParaRPr>
          </a:p>
        </p:txBody>
      </p:sp>
      <p:pic>
        <p:nvPicPr>
          <p:cNvPr id="1026" name="Picture 2" descr="The Compressed Row sparse matrix storage format. | Download Scientific  Diagram">
            <a:extLst>
              <a:ext uri="{FF2B5EF4-FFF2-40B4-BE49-F238E27FC236}">
                <a16:creationId xmlns:a16="http://schemas.microsoft.com/office/drawing/2014/main" id="{91EBC1EC-74B1-BA70-6688-41D7891D0F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0150" y="4895850"/>
            <a:ext cx="7181850" cy="19621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C6FC603-64B5-3275-E563-D2FBE5ECE4AC}"/>
              </a:ext>
            </a:extLst>
          </p:cNvPr>
          <p:cNvSpPr txBox="1"/>
          <p:nvPr/>
        </p:nvSpPr>
        <p:spPr>
          <a:xfrm>
            <a:off x="1037590" y="5045160"/>
            <a:ext cx="3972560" cy="1384995"/>
          </a:xfrm>
          <a:prstGeom prst="rect">
            <a:avLst/>
          </a:prstGeom>
          <a:noFill/>
        </p:spPr>
        <p:txBody>
          <a:bodyPr wrap="square">
            <a:spAutoFit/>
          </a:bodyPr>
          <a:lstStyle/>
          <a:p>
            <a:r>
              <a:rPr lang="en-US" sz="1400" dirty="0">
                <a:latin typeface="Courier New" panose="02070309020205020404" pitchFamily="49" charset="0"/>
              </a:rPr>
              <a:t>values</a:t>
            </a:r>
            <a:r>
              <a:rPr lang="en-US" sz="1400" dirty="0"/>
              <a:t> contains all the non-zero elements read row-by-row from the original matrix; </a:t>
            </a:r>
            <a:r>
              <a:rPr lang="en-US" sz="1400" dirty="0">
                <a:latin typeface="Courier New" panose="02070309020205020404" pitchFamily="49" charset="0"/>
              </a:rPr>
              <a:t>col</a:t>
            </a:r>
            <a:r>
              <a:rPr lang="en-US" sz="1400" dirty="0"/>
              <a:t> stores the corresponding column index for each element in the </a:t>
            </a:r>
            <a:r>
              <a:rPr lang="en-US" sz="1400" dirty="0">
                <a:latin typeface="Courier New" panose="02070309020205020404" pitchFamily="49" charset="0"/>
              </a:rPr>
              <a:t>values</a:t>
            </a:r>
            <a:r>
              <a:rPr lang="en-US" sz="1400" dirty="0"/>
              <a:t> array; and </a:t>
            </a:r>
            <a:r>
              <a:rPr lang="en-US" sz="1400" dirty="0" err="1">
                <a:latin typeface="Courier New" panose="02070309020205020404" pitchFamily="49" charset="0"/>
              </a:rPr>
              <a:t>row_ptr</a:t>
            </a:r>
            <a:r>
              <a:rPr lang="en-US" sz="1400" dirty="0"/>
              <a:t> indicates the starting index in the </a:t>
            </a:r>
            <a:r>
              <a:rPr lang="en-US" sz="1400" dirty="0">
                <a:latin typeface="Courier New" panose="02070309020205020404" pitchFamily="49" charset="0"/>
              </a:rPr>
              <a:t>values</a:t>
            </a:r>
            <a:r>
              <a:rPr lang="en-US" sz="1400" dirty="0"/>
              <a:t> and </a:t>
            </a:r>
            <a:r>
              <a:rPr lang="en-US" sz="1400" dirty="0">
                <a:latin typeface="Courier New" panose="02070309020205020404" pitchFamily="49" charset="0"/>
              </a:rPr>
              <a:t>col</a:t>
            </a:r>
            <a:r>
              <a:rPr lang="en-US" sz="1400" dirty="0"/>
              <a:t> arrays for each row's data</a:t>
            </a:r>
            <a:endParaRPr lang="it-IT"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53" name="Rectangle 18">
            <a:extLst>
              <a:ext uri="{C183D7F6-B498-43B3-948B-1728B52AA6E4}">
                <adec:decorative xmlns:adec="http://schemas.microsoft.com/office/drawing/2017/decorative" val="1"/>
              </a:ext>
            </a:extLst>
          </p:cNvPr>
          <p:cNvSpPr/>
          <p:nvPr/>
        </p:nvSpPr>
        <p:spPr>
          <a:xfrm>
            <a:off x="0" y="0"/>
            <a:ext cx="12191760" cy="63338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pic>
        <p:nvPicPr>
          <p:cNvPr id="154" name="Picture 4" descr="A graph with a red line&#10;&#10;AI-generated content may be incorrect."/>
          <p:cNvPicPr/>
          <p:nvPr/>
        </p:nvPicPr>
        <p:blipFill>
          <a:blip r:embed="rId2"/>
          <a:stretch/>
        </p:blipFill>
        <p:spPr>
          <a:xfrm>
            <a:off x="479880" y="47880"/>
            <a:ext cx="5451120" cy="3270600"/>
          </a:xfrm>
          <a:prstGeom prst="rect">
            <a:avLst/>
          </a:prstGeom>
          <a:ln w="0">
            <a:noFill/>
          </a:ln>
        </p:spPr>
      </p:pic>
      <p:cxnSp>
        <p:nvCxnSpPr>
          <p:cNvPr id="155" name="Straight Connector 19">
            <a:extLst>
              <a:ext uri="{C183D7F6-B498-43B3-948B-1728B52AA6E4}">
                <adec:decorative xmlns:adec="http://schemas.microsoft.com/office/drawing/2017/decorative" val="1"/>
              </a:ext>
            </a:extLst>
          </p:cNvPr>
          <p:cNvCxnSpPr/>
          <p:nvPr/>
        </p:nvCxnSpPr>
        <p:spPr>
          <a:xfrm>
            <a:off x="6411600" y="2085840"/>
            <a:ext cx="4749120" cy="360"/>
          </a:xfrm>
          <a:prstGeom prst="straightConnector1">
            <a:avLst/>
          </a:prstGeom>
          <a:ln w="6350">
            <a:solidFill>
              <a:srgbClr val="000000">
                <a:lumMod val="50000"/>
                <a:lumOff val="50000"/>
                <a:alpha val="90000"/>
              </a:srgbClr>
            </a:solidFill>
            <a:round/>
          </a:ln>
        </p:spPr>
      </p:cxnSp>
      <p:sp>
        <p:nvSpPr>
          <p:cNvPr id="156" name="TextBox 6"/>
          <p:cNvSpPr/>
          <p:nvPr/>
        </p:nvSpPr>
        <p:spPr>
          <a:xfrm>
            <a:off x="6411600" y="2198880"/>
            <a:ext cx="5126760" cy="3669840"/>
          </a:xfrm>
          <a:prstGeom prst="rect">
            <a:avLst/>
          </a:prstGeom>
          <a:noFill/>
          <a:ln w="0">
            <a:noFill/>
          </a:ln>
        </p:spPr>
        <p:style>
          <a:lnRef idx="0">
            <a:scrgbClr r="0" g="0" b="0"/>
          </a:lnRef>
          <a:fillRef idx="0">
            <a:scrgbClr r="0" g="0" b="0"/>
          </a:fillRef>
          <a:effectRef idx="0">
            <a:scrgbClr r="0" g="0" b="0"/>
          </a:effectRef>
          <a:fontRef idx="minor"/>
        </p:style>
        <p:txBody>
          <a:bodyPr lIns="0" rIns="0" anchor="t">
            <a:normAutofit/>
          </a:bodyPr>
          <a:lstStyle/>
          <a:p>
            <a:pPr defTabSz="914400">
              <a:lnSpc>
                <a:spcPct val="90000"/>
              </a:lnSpc>
              <a:spcAft>
                <a:spcPts val="601"/>
              </a:spcAft>
            </a:pPr>
            <a:r>
              <a:rPr lang="en-US" sz="1800" b="0" strike="noStrike" spc="-1">
                <a:solidFill>
                  <a:schemeClr val="dk1">
                    <a:lumMod val="75000"/>
                    <a:lumOff val="25000"/>
                  </a:schemeClr>
                </a:solidFill>
                <a:latin typeface="Calibri"/>
              </a:rPr>
              <a:t>We can see that the </a:t>
            </a:r>
            <a:r>
              <a:rPr lang="en-US" sz="1800" b="1" strike="noStrike" spc="-1">
                <a:solidFill>
                  <a:schemeClr val="dk1">
                    <a:lumMod val="75000"/>
                    <a:lumOff val="25000"/>
                  </a:schemeClr>
                </a:solidFill>
                <a:latin typeface="Calibri"/>
              </a:rPr>
              <a:t>best performance is achieved setting blockSize to 128</a:t>
            </a:r>
            <a:r>
              <a:rPr lang="en-US" sz="1800" b="0" strike="noStrike" spc="-1">
                <a:solidFill>
                  <a:schemeClr val="dk1">
                    <a:lumMod val="75000"/>
                    <a:lumOff val="25000"/>
                  </a:schemeClr>
                </a:solidFill>
                <a:latin typeface="Calibri"/>
              </a:rPr>
              <a:t>, resulting in approximately 25 ms of execution time (this includes also the time spent copying data using from the Host to the Device using the PCIe buffer). Then, the execution time significantly worsens as the size of a block increases to 256, 512, and 1024. In facts, when blockSize is small to moderate (i.e. 64 or 128) the blocks are "lightweight" and many can be scheduled simultaneously on an SM. This leads to </a:t>
            </a:r>
            <a:r>
              <a:rPr lang="en-US" sz="1800" b="1" strike="noStrike" spc="-1">
                <a:solidFill>
                  <a:schemeClr val="dk1">
                    <a:lumMod val="75000"/>
                    <a:lumOff val="25000"/>
                  </a:schemeClr>
                </a:solidFill>
                <a:latin typeface="Calibri"/>
              </a:rPr>
              <a:t>high occupancy</a:t>
            </a:r>
            <a:r>
              <a:rPr lang="en-US" sz="1800" b="0" strike="noStrike" spc="-1">
                <a:solidFill>
                  <a:schemeClr val="dk1">
                    <a:lumMod val="75000"/>
                    <a:lumOff val="25000"/>
                  </a:schemeClr>
                </a:solidFill>
                <a:latin typeface="Calibri"/>
              </a:rPr>
              <a:t>. In facts, we </a:t>
            </a:r>
            <a:r>
              <a:rPr lang="en-US" sz="1800" b="1" strike="noStrike" spc="-1">
                <a:solidFill>
                  <a:schemeClr val="dk1">
                    <a:lumMod val="75000"/>
                    <a:lumOff val="25000"/>
                  </a:schemeClr>
                </a:solidFill>
                <a:latin typeface="Calibri"/>
              </a:rPr>
              <a:t>almost </a:t>
            </a:r>
            <a:r>
              <a:rPr lang="en-US" sz="1800" b="1" strike="noStrike" spc="-1">
                <a:solidFill>
                  <a:schemeClr val="dk1"/>
                </a:solidFill>
                <a:latin typeface="Calibri"/>
              </a:rPr>
              <a:t>saturate the SM </a:t>
            </a:r>
            <a:r>
              <a:rPr lang="en-US" sz="1800" b="0" strike="noStrike" spc="-1">
                <a:solidFill>
                  <a:schemeClr val="dk1"/>
                </a:solidFill>
                <a:latin typeface="Calibri"/>
              </a:rPr>
              <a:t>(achieving an excellent occupancy of 82.39%)</a:t>
            </a:r>
            <a:endParaRPr lang="en-US" sz="1800" b="0" strike="noStrike" spc="-1">
              <a:solidFill>
                <a:srgbClr val="000000"/>
              </a:solidFill>
              <a:latin typeface="Arial"/>
            </a:endParaRPr>
          </a:p>
        </p:txBody>
      </p:sp>
      <p:sp>
        <p:nvSpPr>
          <p:cNvPr id="157" name="Rectangle 20">
            <a:extLst>
              <a:ext uri="{C183D7F6-B498-43B3-948B-1728B52AA6E4}">
                <adec:decorative xmlns:adec="http://schemas.microsoft.com/office/drawing/2017/decorative" val="1"/>
              </a:ext>
            </a:extLst>
          </p:cNvPr>
          <p:cNvSpPr/>
          <p:nvPr/>
        </p:nvSpPr>
        <p:spPr>
          <a:xfrm>
            <a:off x="0" y="6334200"/>
            <a:ext cx="12191760" cy="66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1600" rIns="90000" bIns="21600" anchor="t">
            <a:noAutofit/>
          </a:bodyPr>
          <a:lstStyle/>
          <a:p>
            <a:pPr defTabSz="457200">
              <a:lnSpc>
                <a:spcPct val="100000"/>
              </a:lnSpc>
            </a:pPr>
            <a:endParaRPr lang="it-IT" sz="1800" b="0" strike="noStrike" spc="-1">
              <a:solidFill>
                <a:schemeClr val="lt1"/>
              </a:solidFill>
              <a:latin typeface="Calibri"/>
            </a:endParaRPr>
          </a:p>
        </p:txBody>
      </p:sp>
      <p:sp>
        <p:nvSpPr>
          <p:cNvPr id="158" name="Rectangle 17">
            <a:extLst>
              <a:ext uri="{C183D7F6-B498-43B3-948B-1728B52AA6E4}">
                <adec:decorative xmlns:adec="http://schemas.microsoft.com/office/drawing/2017/decorative" val="1"/>
              </a:ext>
            </a:extLst>
          </p:cNvPr>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defTabSz="457200">
              <a:lnSpc>
                <a:spcPct val="100000"/>
              </a:lnSpc>
            </a:pPr>
            <a:endParaRPr lang="it-IT" sz="1800" b="0" strike="noStrike" spc="-1">
              <a:solidFill>
                <a:schemeClr val="lt1"/>
              </a:solidFill>
              <a:latin typeface="Calibri"/>
            </a:endParaRPr>
          </a:p>
        </p:txBody>
      </p:sp>
      <p:pic>
        <p:nvPicPr>
          <p:cNvPr id="159" name="Picture 8"/>
          <p:cNvPicPr/>
          <p:nvPr/>
        </p:nvPicPr>
        <p:blipFill>
          <a:blip r:embed="rId3"/>
          <a:stretch/>
        </p:blipFill>
        <p:spPr>
          <a:xfrm>
            <a:off x="753120" y="3366720"/>
            <a:ext cx="4627800" cy="3054960"/>
          </a:xfrm>
          <a:prstGeom prst="rect">
            <a:avLst/>
          </a:prstGeom>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1097280" y="286560"/>
            <a:ext cx="10058040" cy="1450440"/>
          </a:xfrm>
          <a:prstGeom prst="rect">
            <a:avLst/>
          </a:prstGeom>
          <a:noFill/>
          <a:ln w="0">
            <a:noFill/>
          </a:ln>
        </p:spPr>
        <p:txBody>
          <a:bodyPr lIns="91440" tIns="45720" rIns="91440" bIns="45720" anchor="b">
            <a:noAutofit/>
          </a:bodyPr>
          <a:lstStyle/>
          <a:p>
            <a:pPr indent="0" defTabSz="914400">
              <a:lnSpc>
                <a:spcPct val="85000"/>
              </a:lnSpc>
              <a:buNone/>
            </a:pPr>
            <a:r>
              <a:rPr lang="it-IT" sz="4800" b="0" strike="noStrike" spc="-52">
                <a:solidFill>
                  <a:schemeClr val="dk1">
                    <a:lumMod val="75000"/>
                    <a:lumOff val="25000"/>
                  </a:schemeClr>
                </a:solidFill>
                <a:latin typeface="Calibri Light"/>
              </a:rPr>
              <a:t>CUDA Parallel Forward Node Algorithm V2</a:t>
            </a:r>
            <a:endParaRPr lang="en-US" sz="4800" b="0" strike="noStrike" spc="-1">
              <a:solidFill>
                <a:schemeClr val="dk1"/>
              </a:solidFill>
              <a:latin typeface="Calibri"/>
            </a:endParaRPr>
          </a:p>
        </p:txBody>
      </p:sp>
      <p:sp>
        <p:nvSpPr>
          <p:cNvPr id="161" name="PlaceHolder 2"/>
          <p:cNvSpPr>
            <a:spLocks noGrp="1"/>
          </p:cNvSpPr>
          <p:nvPr>
            <p:ph/>
          </p:nvPr>
        </p:nvSpPr>
        <p:spPr>
          <a:xfrm>
            <a:off x="1097280" y="1845720"/>
            <a:ext cx="10058040" cy="4023000"/>
          </a:xfrm>
          <a:prstGeom prst="rect">
            <a:avLst/>
          </a:prstGeom>
          <a:noFill/>
          <a:ln w="0">
            <a:noFill/>
          </a:ln>
        </p:spPr>
        <p:txBody>
          <a:bodyPr lIns="0" tIns="45720" rIns="0" bIns="45720" anchor="t">
            <a:noAutofit/>
          </a:bodyPr>
          <a:lstStyle/>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The second version of the algorithm introduces a much faster, </a:t>
            </a:r>
            <a:r>
              <a:rPr lang="en-US" sz="2000" b="1" strike="noStrike" spc="-1">
                <a:solidFill>
                  <a:schemeClr val="dk1">
                    <a:lumMod val="75000"/>
                    <a:lumOff val="25000"/>
                  </a:schemeClr>
                </a:solidFill>
                <a:latin typeface="Calibri"/>
              </a:rPr>
              <a:t>merge-like</a:t>
            </a:r>
            <a:r>
              <a:rPr lang="en-US" sz="2000" b="0" strike="noStrike" spc="-1">
                <a:solidFill>
                  <a:schemeClr val="dk1">
                    <a:lumMod val="75000"/>
                    <a:lumOff val="25000"/>
                  </a:schemeClr>
                </a:solidFill>
                <a:latin typeface="Calibri"/>
              </a:rPr>
              <a:t> method to find triangles using two pointers. This new approach is a major algorithmic improvement over a simple nested loop, significantly cutting down on computation.</a:t>
            </a:r>
          </a:p>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However, this method creates a GPU-specific bottleneck called </a:t>
            </a:r>
            <a:r>
              <a:rPr lang="en-US" sz="2000" b="1" strike="noStrike" spc="-1">
                <a:solidFill>
                  <a:schemeClr val="dk1">
                    <a:lumMod val="75000"/>
                    <a:lumOff val="25000"/>
                  </a:schemeClr>
                </a:solidFill>
                <a:latin typeface="Calibri"/>
              </a:rPr>
              <a:t>warp divergence</a:t>
            </a:r>
            <a:r>
              <a:rPr lang="en-US" sz="2000" b="0" strike="noStrike" spc="-1">
                <a:solidFill>
                  <a:schemeClr val="dk1">
                    <a:lumMod val="75000"/>
                    <a:lumOff val="25000"/>
                  </a:schemeClr>
                </a:solidFill>
                <a:latin typeface="Calibri"/>
              </a:rPr>
              <a:t>. This happens when threads in the same execution group take different if-else paths in the code, forcing the GPU to run them one by one and reducing the benefits of parallelism.</a:t>
            </a:r>
          </a:p>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Despite this, the new algorithm is a substantial upgrade, even though its full speed is sometimes limited by this divergence.</a:t>
            </a:r>
          </a:p>
          <a:p>
            <a:pPr indent="0" defTabSz="914400">
              <a:lnSpc>
                <a:spcPct val="90000"/>
              </a:lnSpc>
              <a:spcBef>
                <a:spcPts val="1199"/>
              </a:spcBef>
              <a:spcAft>
                <a:spcPts val="201"/>
              </a:spcAft>
              <a:buNone/>
            </a:pPr>
            <a:endParaRPr lang="en-US" sz="2000" b="0" strike="noStrike" spc="-1">
              <a:solidFill>
                <a:schemeClr val="dk1">
                  <a:lumMod val="75000"/>
                  <a:lumOff val="25000"/>
                </a:schemeClr>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62" name="Rectangle 26">
            <a:extLst>
              <a:ext uri="{C183D7F6-B498-43B3-948B-1728B52AA6E4}">
                <adec:decorative xmlns:adec="http://schemas.microsoft.com/office/drawing/2017/decorative" val="1"/>
              </a:ext>
            </a:extLst>
          </p:cNvPr>
          <p:cNvSpPr/>
          <p:nvPr/>
        </p:nvSpPr>
        <p:spPr>
          <a:xfrm>
            <a:off x="3240" y="6400800"/>
            <a:ext cx="1218852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defTabSz="457200">
              <a:lnSpc>
                <a:spcPct val="100000"/>
              </a:lnSpc>
            </a:pPr>
            <a:endParaRPr lang="it-IT" sz="1800" b="0" strike="noStrike" spc="-1">
              <a:solidFill>
                <a:schemeClr val="lt1"/>
              </a:solidFill>
              <a:latin typeface="Calibri"/>
            </a:endParaRPr>
          </a:p>
        </p:txBody>
      </p:sp>
      <p:sp>
        <p:nvSpPr>
          <p:cNvPr id="163" name="Rectangle 28">
            <a:extLst>
              <a:ext uri="{C183D7F6-B498-43B3-948B-1728B52AA6E4}">
                <adec:decorative xmlns:adec="http://schemas.microsoft.com/office/drawing/2017/decorative" val="1"/>
              </a:ext>
            </a:extLst>
          </p:cNvPr>
          <p:cNvSpPr/>
          <p:nvPr/>
        </p:nvSpPr>
        <p:spPr>
          <a:xfrm>
            <a:off x="0" y="633420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19080" rIns="90000" bIns="19080" anchor="t">
            <a:noAutofit/>
          </a:bodyPr>
          <a:lstStyle/>
          <a:p>
            <a:pPr defTabSz="457200">
              <a:lnSpc>
                <a:spcPct val="100000"/>
              </a:lnSpc>
            </a:pPr>
            <a:endParaRPr lang="it-IT" sz="1800" b="0" strike="noStrike" spc="-1">
              <a:solidFill>
                <a:schemeClr val="lt1"/>
              </a:solidFill>
              <a:latin typeface="Calibri"/>
            </a:endParaRPr>
          </a:p>
        </p:txBody>
      </p:sp>
      <p:cxnSp>
        <p:nvCxnSpPr>
          <p:cNvPr id="164" name="Straight Connector 30">
            <a:extLst>
              <a:ext uri="{C183D7F6-B498-43B3-948B-1728B52AA6E4}">
                <adec:decorative xmlns:adec="http://schemas.microsoft.com/office/drawing/2017/decorative" val="1"/>
              </a:ext>
            </a:extLst>
          </p:cNvPr>
          <p:cNvCxnSpPr/>
          <p:nvPr/>
        </p:nvCxnSpPr>
        <p:spPr>
          <a:xfrm>
            <a:off x="1207440" y="4343400"/>
            <a:ext cx="9875880" cy="360"/>
          </a:xfrm>
          <a:prstGeom prst="straightConnector1">
            <a:avLst/>
          </a:prstGeom>
          <a:ln w="6350">
            <a:solidFill>
              <a:srgbClr val="000000">
                <a:lumMod val="50000"/>
                <a:lumOff val="50000"/>
              </a:srgbClr>
            </a:solidFill>
            <a:round/>
          </a:ln>
        </p:spPr>
      </p:cxnSp>
      <p:sp useBgFill="1">
        <p:nvSpPr>
          <p:cNvPr id="165" name="Rectangle 32">
            <a:extLst>
              <a:ext uri="{C183D7F6-B498-43B3-948B-1728B52AA6E4}">
                <adec:decorative xmlns:adec="http://schemas.microsoft.com/office/drawing/2017/decorative" val="1"/>
              </a:ext>
            </a:extLst>
          </p:cNvPr>
          <p:cNvSpPr/>
          <p:nvPr/>
        </p:nvSpPr>
        <p:spPr>
          <a:xfrm>
            <a:off x="0" y="0"/>
            <a:ext cx="12191760" cy="63338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sp>
        <p:nvSpPr>
          <p:cNvPr id="166" name="PlaceHolder 1"/>
          <p:cNvSpPr>
            <a:spLocks noGrp="1"/>
          </p:cNvSpPr>
          <p:nvPr>
            <p:ph type="title"/>
          </p:nvPr>
        </p:nvSpPr>
        <p:spPr>
          <a:xfrm>
            <a:off x="633960" y="4550400"/>
            <a:ext cx="10908720" cy="1057320"/>
          </a:xfrm>
          <a:prstGeom prst="rect">
            <a:avLst/>
          </a:prstGeom>
          <a:noFill/>
          <a:ln w="0">
            <a:noFill/>
          </a:ln>
        </p:spPr>
        <p:txBody>
          <a:bodyPr lIns="91440" tIns="45720" rIns="91440" bIns="45720" anchor="b">
            <a:normAutofit/>
          </a:bodyPr>
          <a:lstStyle/>
          <a:p>
            <a:pPr indent="0" defTabSz="914400">
              <a:lnSpc>
                <a:spcPct val="85000"/>
              </a:lnSpc>
              <a:buNone/>
            </a:pPr>
            <a:r>
              <a:rPr lang="en-US" sz="5600" b="0" strike="noStrike" spc="-52">
                <a:solidFill>
                  <a:schemeClr val="dk1">
                    <a:lumMod val="85000"/>
                    <a:lumOff val="15000"/>
                  </a:schemeClr>
                </a:solidFill>
                <a:latin typeface="Calibri Light"/>
              </a:rPr>
              <a:t>CUDA Parallel Node: Final comparison</a:t>
            </a:r>
            <a:endParaRPr lang="en-US" sz="5600" b="0" strike="noStrike" spc="-1">
              <a:solidFill>
                <a:schemeClr val="dk1"/>
              </a:solidFill>
              <a:latin typeface="Calibri"/>
            </a:endParaRPr>
          </a:p>
        </p:txBody>
      </p:sp>
      <p:pic>
        <p:nvPicPr>
          <p:cNvPr id="167" name="Content Placeholder 4"/>
          <p:cNvPicPr/>
          <p:nvPr/>
        </p:nvPicPr>
        <p:blipFill>
          <a:blip r:embed="rId2"/>
          <a:stretch/>
        </p:blipFill>
        <p:spPr>
          <a:xfrm>
            <a:off x="635400" y="953280"/>
            <a:ext cx="5131440" cy="2976120"/>
          </a:xfrm>
          <a:prstGeom prst="rect">
            <a:avLst/>
          </a:prstGeom>
          <a:ln w="0">
            <a:noFill/>
          </a:ln>
        </p:spPr>
      </p:pic>
      <p:sp>
        <p:nvSpPr>
          <p:cNvPr id="168" name="Rectangle 34">
            <a:extLst>
              <a:ext uri="{C183D7F6-B498-43B3-948B-1728B52AA6E4}">
                <adec:decorative xmlns:adec="http://schemas.microsoft.com/office/drawing/2017/decorative" val="1"/>
              </a:ext>
            </a:extLst>
          </p:cNvPr>
          <p:cNvSpPr/>
          <p:nvPr/>
        </p:nvSpPr>
        <p:spPr>
          <a:xfrm>
            <a:off x="6063840" y="887040"/>
            <a:ext cx="63720" cy="3108600"/>
          </a:xfrm>
          <a:prstGeom prst="rect">
            <a:avLst/>
          </a:prstGeom>
          <a:solidFill>
            <a:srgbClr val="E4831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pic>
        <p:nvPicPr>
          <p:cNvPr id="169" name="Picture 6"/>
          <p:cNvPicPr/>
          <p:nvPr/>
        </p:nvPicPr>
        <p:blipFill>
          <a:blip r:embed="rId3"/>
          <a:stretch/>
        </p:blipFill>
        <p:spPr>
          <a:xfrm>
            <a:off x="6424920" y="880560"/>
            <a:ext cx="5117760" cy="3121560"/>
          </a:xfrm>
          <a:prstGeom prst="rect">
            <a:avLst/>
          </a:prstGeom>
          <a:ln w="0">
            <a:noFill/>
          </a:ln>
        </p:spPr>
      </p:pic>
      <p:cxnSp>
        <p:nvCxnSpPr>
          <p:cNvPr id="170" name="Straight Connector 36">
            <a:extLst>
              <a:ext uri="{C183D7F6-B498-43B3-948B-1728B52AA6E4}">
                <adec:decorative xmlns:adec="http://schemas.microsoft.com/office/drawing/2017/decorative" val="1"/>
              </a:ext>
            </a:extLst>
          </p:cNvPr>
          <p:cNvCxnSpPr/>
          <p:nvPr/>
        </p:nvCxnSpPr>
        <p:spPr>
          <a:xfrm>
            <a:off x="721080" y="5618520"/>
            <a:ext cx="10515960" cy="360"/>
          </a:xfrm>
          <a:prstGeom prst="straightConnector1">
            <a:avLst/>
          </a:prstGeom>
          <a:ln w="6350">
            <a:solidFill>
              <a:srgbClr val="637052">
                <a:alpha val="90000"/>
              </a:srgbClr>
            </a:solidFill>
            <a:round/>
          </a:ln>
        </p:spPr>
      </p:cxnSp>
      <p:sp>
        <p:nvSpPr>
          <p:cNvPr id="171" name="Rectangle 38">
            <a:extLst>
              <a:ext uri="{C183D7F6-B498-43B3-948B-1728B52AA6E4}">
                <adec:decorative xmlns:adec="http://schemas.microsoft.com/office/drawing/2017/decorative" val="1"/>
              </a:ext>
            </a:extLst>
          </p:cNvPr>
          <p:cNvSpPr/>
          <p:nvPr/>
        </p:nvSpPr>
        <p:spPr>
          <a:xfrm>
            <a:off x="0" y="6334200"/>
            <a:ext cx="12191760" cy="66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1600" rIns="90000" bIns="21600" anchor="t">
            <a:noAutofit/>
          </a:bodyPr>
          <a:lstStyle/>
          <a:p>
            <a:pPr defTabSz="457200">
              <a:lnSpc>
                <a:spcPct val="100000"/>
              </a:lnSpc>
            </a:pPr>
            <a:endParaRPr lang="it-IT" sz="1800" b="0" strike="noStrike" spc="-1">
              <a:solidFill>
                <a:schemeClr val="lt1"/>
              </a:solidFill>
              <a:latin typeface="Calibri"/>
            </a:endParaRPr>
          </a:p>
        </p:txBody>
      </p:sp>
      <p:sp>
        <p:nvSpPr>
          <p:cNvPr id="172" name="Rectangle 40">
            <a:extLst>
              <a:ext uri="{C183D7F6-B498-43B3-948B-1728B52AA6E4}">
                <adec:decorative xmlns:adec="http://schemas.microsoft.com/office/drawing/2017/decorative" val="1"/>
              </a:ext>
            </a:extLst>
          </p:cNvPr>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defTabSz="457200">
              <a:lnSpc>
                <a:spcPct val="100000"/>
              </a:lnSpc>
            </a:pPr>
            <a:endParaRPr lang="it-IT" sz="1800" b="0" strike="noStrike" spc="-1">
              <a:solidFill>
                <a:schemeClr val="lt1"/>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73" name="Rectangle 9">
            <a:extLst>
              <a:ext uri="{C183D7F6-B498-43B3-948B-1728B52AA6E4}">
                <adec:decorative xmlns:adec="http://schemas.microsoft.com/office/drawing/2017/decorative" val="1"/>
              </a:ext>
            </a:extLst>
          </p:cNvPr>
          <p:cNvSpPr/>
          <p:nvPr/>
        </p:nvSpPr>
        <p:spPr>
          <a:xfrm>
            <a:off x="0" y="0"/>
            <a:ext cx="12191760" cy="63338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sp>
        <p:nvSpPr>
          <p:cNvPr id="174" name="PlaceHolder 1"/>
          <p:cNvSpPr>
            <a:spLocks noGrp="1"/>
          </p:cNvSpPr>
          <p:nvPr>
            <p:ph type="title"/>
          </p:nvPr>
        </p:nvSpPr>
        <p:spPr>
          <a:xfrm>
            <a:off x="6411600" y="635040"/>
            <a:ext cx="5126760" cy="1450440"/>
          </a:xfrm>
          <a:prstGeom prst="rect">
            <a:avLst/>
          </a:prstGeom>
          <a:noFill/>
          <a:ln w="0">
            <a:noFill/>
          </a:ln>
        </p:spPr>
        <p:txBody>
          <a:bodyPr lIns="91440" tIns="45720" rIns="91440" bIns="45720" anchor="b">
            <a:normAutofit/>
          </a:bodyPr>
          <a:lstStyle/>
          <a:p>
            <a:pPr indent="0" defTabSz="914400">
              <a:lnSpc>
                <a:spcPct val="85000"/>
              </a:lnSpc>
              <a:buNone/>
            </a:pPr>
            <a:r>
              <a:rPr lang="en-US" sz="4800" b="0" strike="noStrike" spc="-52">
                <a:solidFill>
                  <a:schemeClr val="dk1">
                    <a:lumMod val="75000"/>
                    <a:lumOff val="25000"/>
                  </a:schemeClr>
                </a:solidFill>
                <a:latin typeface="Calibri Light"/>
              </a:rPr>
              <a:t>Parallel Forward Edge Iterator V1</a:t>
            </a:r>
            <a:endParaRPr lang="en-US" sz="4800" b="0" strike="noStrike" spc="-1">
              <a:solidFill>
                <a:schemeClr val="dk1"/>
              </a:solidFill>
              <a:latin typeface="Calibri"/>
            </a:endParaRPr>
          </a:p>
        </p:txBody>
      </p:sp>
      <p:pic>
        <p:nvPicPr>
          <p:cNvPr id="175" name="Picture 4" descr="A graph with red line&#10;&#10;AI-generated content may be incorrect."/>
          <p:cNvPicPr/>
          <p:nvPr/>
        </p:nvPicPr>
        <p:blipFill>
          <a:blip r:embed="rId2"/>
          <a:stretch/>
        </p:blipFill>
        <p:spPr>
          <a:xfrm>
            <a:off x="643320" y="1633320"/>
            <a:ext cx="5451120" cy="3270600"/>
          </a:xfrm>
          <a:prstGeom prst="rect">
            <a:avLst/>
          </a:prstGeom>
          <a:ln w="0">
            <a:noFill/>
          </a:ln>
        </p:spPr>
      </p:pic>
      <p:cxnSp>
        <p:nvCxnSpPr>
          <p:cNvPr id="176" name="Straight Connector 11">
            <a:extLst>
              <a:ext uri="{C183D7F6-B498-43B3-948B-1728B52AA6E4}">
                <adec:decorative xmlns:adec="http://schemas.microsoft.com/office/drawing/2017/decorative" val="1"/>
              </a:ext>
            </a:extLst>
          </p:cNvPr>
          <p:cNvCxnSpPr/>
          <p:nvPr/>
        </p:nvCxnSpPr>
        <p:spPr>
          <a:xfrm>
            <a:off x="6411600" y="2085840"/>
            <a:ext cx="4749120" cy="360"/>
          </a:xfrm>
          <a:prstGeom prst="straightConnector1">
            <a:avLst/>
          </a:prstGeom>
          <a:ln w="6350">
            <a:solidFill>
              <a:srgbClr val="000000">
                <a:lumMod val="50000"/>
                <a:lumOff val="50000"/>
                <a:alpha val="90000"/>
              </a:srgbClr>
            </a:solidFill>
            <a:round/>
          </a:ln>
        </p:spPr>
      </p:cxnSp>
      <p:sp>
        <p:nvSpPr>
          <p:cNvPr id="177" name="PlaceHolder 2"/>
          <p:cNvSpPr>
            <a:spLocks noGrp="1"/>
          </p:cNvSpPr>
          <p:nvPr>
            <p:ph/>
          </p:nvPr>
        </p:nvSpPr>
        <p:spPr>
          <a:xfrm>
            <a:off x="6411600" y="2198880"/>
            <a:ext cx="5126760" cy="3669840"/>
          </a:xfrm>
          <a:prstGeom prst="rect">
            <a:avLst/>
          </a:prstGeom>
          <a:noFill/>
          <a:ln w="0">
            <a:noFill/>
          </a:ln>
        </p:spPr>
        <p:txBody>
          <a:bodyPr lIns="0" tIns="45720" rIns="0" bIns="45720" anchor="t">
            <a:normAutofit/>
          </a:bodyPr>
          <a:lstStyle/>
          <a:p>
            <a:pPr marL="91440" indent="-91440" defTabSz="914400">
              <a:lnSpc>
                <a:spcPct val="90000"/>
              </a:lnSpc>
              <a:spcBef>
                <a:spcPts val="1199"/>
              </a:spcBef>
              <a:spcAft>
                <a:spcPts val="201"/>
              </a:spcAft>
              <a:buClr>
                <a:srgbClr val="E48312"/>
              </a:buClr>
              <a:buFont typeface="Calibri"/>
              <a:buChar char=" "/>
            </a:pPr>
            <a:r>
              <a:rPr lang="en-US" sz="1700" b="0" strike="noStrike" spc="-1">
                <a:solidFill>
                  <a:schemeClr val="dk1">
                    <a:lumMod val="75000"/>
                    <a:lumOff val="25000"/>
                  </a:schemeClr>
                </a:solidFill>
                <a:latin typeface="Calibri"/>
              </a:rPr>
              <a:t>In this more naive version (Parallel Edge V1), we parallelize the outer loop that iterates over each edge. We distribute the edges among threads, and each thread is responsible for processing its assigned chunk. For a given edge (s,t), the thread finds common neighbors by performing a naive nested-loop intersection on the neighbor lists of s and t. This method of finding common neighbors has a worst-case time complexity of O(d(s) · d(t)) per edge, where d(s) and d(t) are the degrees of the vertices. The total count of triangles is managed using an std::atomic, which significantly reduces contention compared to using mutexes. However, as shown in our experimental tests, the effectiveness of this approach is highly dependent on the </a:t>
            </a:r>
            <a:r>
              <a:rPr lang="en-US" sz="1700" b="1" strike="noStrike" spc="-1">
                <a:solidFill>
                  <a:schemeClr val="dk1">
                    <a:lumMod val="75000"/>
                    <a:lumOff val="25000"/>
                  </a:schemeClr>
                </a:solidFill>
                <a:latin typeface="Calibri"/>
              </a:rPr>
              <a:t>graph size</a:t>
            </a:r>
            <a:r>
              <a:rPr lang="en-US" sz="1700" b="0" strike="noStrike" spc="-1">
                <a:solidFill>
                  <a:schemeClr val="dk1">
                    <a:lumMod val="75000"/>
                    <a:lumOff val="25000"/>
                  </a:schemeClr>
                </a:solidFill>
                <a:latin typeface="Calibri"/>
              </a:rPr>
              <a:t>.</a:t>
            </a:r>
          </a:p>
        </p:txBody>
      </p:sp>
      <p:sp>
        <p:nvSpPr>
          <p:cNvPr id="178" name="Rectangle 13">
            <a:extLst>
              <a:ext uri="{C183D7F6-B498-43B3-948B-1728B52AA6E4}">
                <adec:decorative xmlns:adec="http://schemas.microsoft.com/office/drawing/2017/decorative" val="1"/>
              </a:ext>
            </a:extLst>
          </p:cNvPr>
          <p:cNvSpPr/>
          <p:nvPr/>
        </p:nvSpPr>
        <p:spPr>
          <a:xfrm>
            <a:off x="0" y="6334200"/>
            <a:ext cx="12191760" cy="66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1600" rIns="90000" bIns="21600" anchor="t">
            <a:noAutofit/>
          </a:bodyPr>
          <a:lstStyle/>
          <a:p>
            <a:pPr defTabSz="457200">
              <a:lnSpc>
                <a:spcPct val="100000"/>
              </a:lnSpc>
            </a:pPr>
            <a:endParaRPr lang="it-IT" sz="1800" b="0" strike="noStrike" spc="-1">
              <a:solidFill>
                <a:schemeClr val="lt1"/>
              </a:solidFill>
              <a:latin typeface="Calibri"/>
            </a:endParaRPr>
          </a:p>
        </p:txBody>
      </p:sp>
      <p:sp>
        <p:nvSpPr>
          <p:cNvPr id="179" name="Rectangle 15">
            <a:extLst>
              <a:ext uri="{C183D7F6-B498-43B3-948B-1728B52AA6E4}">
                <adec:decorative xmlns:adec="http://schemas.microsoft.com/office/drawing/2017/decorative" val="1"/>
              </a:ext>
            </a:extLst>
          </p:cNvPr>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defTabSz="457200">
              <a:lnSpc>
                <a:spcPct val="100000"/>
              </a:lnSpc>
            </a:pPr>
            <a:endParaRPr lang="it-IT" sz="1800" b="0" strike="noStrike" spc="-1">
              <a:solidFill>
                <a:schemeClr val="lt1"/>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80" name="Rectangle 20">
            <a:extLst>
              <a:ext uri="{C183D7F6-B498-43B3-948B-1728B52AA6E4}">
                <adec:decorative xmlns:adec="http://schemas.microsoft.com/office/drawing/2017/decorative" val="1"/>
              </a:ext>
            </a:extLst>
          </p:cNvPr>
          <p:cNvSpPr/>
          <p:nvPr/>
        </p:nvSpPr>
        <p:spPr>
          <a:xfrm>
            <a:off x="0" y="0"/>
            <a:ext cx="12191760" cy="63338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sp>
        <p:nvSpPr>
          <p:cNvPr id="181" name="PlaceHolder 1"/>
          <p:cNvSpPr>
            <a:spLocks noGrp="1"/>
          </p:cNvSpPr>
          <p:nvPr>
            <p:ph type="title"/>
          </p:nvPr>
        </p:nvSpPr>
        <p:spPr>
          <a:xfrm>
            <a:off x="5144760" y="635040"/>
            <a:ext cx="6404760" cy="1450440"/>
          </a:xfrm>
          <a:prstGeom prst="rect">
            <a:avLst/>
          </a:prstGeom>
          <a:noFill/>
          <a:ln w="0">
            <a:noFill/>
          </a:ln>
        </p:spPr>
        <p:txBody>
          <a:bodyPr lIns="91440" tIns="45720" rIns="91440" bIns="45720" anchor="b">
            <a:normAutofit/>
          </a:bodyPr>
          <a:lstStyle/>
          <a:p>
            <a:pPr indent="0" defTabSz="914400">
              <a:lnSpc>
                <a:spcPct val="85000"/>
              </a:lnSpc>
              <a:buNone/>
            </a:pPr>
            <a:r>
              <a:rPr lang="en-US" sz="4800" b="0" strike="noStrike" spc="-52">
                <a:solidFill>
                  <a:schemeClr val="dk1">
                    <a:lumMod val="75000"/>
                    <a:lumOff val="25000"/>
                  </a:schemeClr>
                </a:solidFill>
                <a:latin typeface="Calibri Light"/>
              </a:rPr>
              <a:t>Parallel Forward Edge Iterator V2</a:t>
            </a:r>
            <a:endParaRPr lang="en-US" sz="4800" b="0" strike="noStrike" spc="-1">
              <a:solidFill>
                <a:schemeClr val="dk1"/>
              </a:solidFill>
              <a:latin typeface="Calibri"/>
            </a:endParaRPr>
          </a:p>
        </p:txBody>
      </p:sp>
      <p:pic>
        <p:nvPicPr>
          <p:cNvPr id="182" name="Picture 4" descr="A graph with red line&#10;&#10;AI-generated content may be incorrect."/>
          <p:cNvPicPr/>
          <p:nvPr/>
        </p:nvPicPr>
        <p:blipFill>
          <a:blip r:embed="rId2"/>
          <a:stretch/>
        </p:blipFill>
        <p:spPr>
          <a:xfrm>
            <a:off x="189720" y="184680"/>
            <a:ext cx="4986720" cy="2991960"/>
          </a:xfrm>
          <a:prstGeom prst="rect">
            <a:avLst/>
          </a:prstGeom>
          <a:ln w="0">
            <a:noFill/>
          </a:ln>
        </p:spPr>
      </p:pic>
      <p:cxnSp>
        <p:nvCxnSpPr>
          <p:cNvPr id="183" name="Straight Connector 22">
            <a:extLst>
              <a:ext uri="{C183D7F6-B498-43B3-948B-1728B52AA6E4}">
                <adec:decorative xmlns:adec="http://schemas.microsoft.com/office/drawing/2017/decorative" val="1"/>
              </a:ext>
            </a:extLst>
          </p:cNvPr>
          <p:cNvCxnSpPr/>
          <p:nvPr/>
        </p:nvCxnSpPr>
        <p:spPr>
          <a:xfrm>
            <a:off x="5181120" y="2085840"/>
            <a:ext cx="5852520" cy="360"/>
          </a:xfrm>
          <a:prstGeom prst="straightConnector1">
            <a:avLst/>
          </a:prstGeom>
          <a:ln w="6350">
            <a:solidFill>
              <a:srgbClr val="000000">
                <a:lumMod val="50000"/>
                <a:lumOff val="50000"/>
                <a:alpha val="90000"/>
              </a:srgbClr>
            </a:solidFill>
            <a:round/>
          </a:ln>
        </p:spPr>
      </p:cxnSp>
      <p:pic>
        <p:nvPicPr>
          <p:cNvPr id="184" name="Picture 6" descr="A graph with red line&#10;&#10;AI-generated content may be incorrect."/>
          <p:cNvPicPr/>
          <p:nvPr/>
        </p:nvPicPr>
        <p:blipFill>
          <a:blip r:embed="rId3"/>
          <a:stretch/>
        </p:blipFill>
        <p:spPr>
          <a:xfrm>
            <a:off x="189720" y="3176640"/>
            <a:ext cx="4949640" cy="2969640"/>
          </a:xfrm>
          <a:prstGeom prst="rect">
            <a:avLst/>
          </a:prstGeom>
          <a:ln w="0">
            <a:noFill/>
          </a:ln>
        </p:spPr>
      </p:pic>
      <p:sp>
        <p:nvSpPr>
          <p:cNvPr id="185" name="PlaceHolder 2"/>
          <p:cNvSpPr>
            <a:spLocks noGrp="1"/>
          </p:cNvSpPr>
          <p:nvPr>
            <p:ph/>
          </p:nvPr>
        </p:nvSpPr>
        <p:spPr>
          <a:xfrm>
            <a:off x="4795560" y="2198880"/>
            <a:ext cx="7304760" cy="4134600"/>
          </a:xfrm>
          <a:prstGeom prst="rect">
            <a:avLst/>
          </a:prstGeom>
          <a:noFill/>
          <a:ln w="0">
            <a:noFill/>
          </a:ln>
        </p:spPr>
        <p:txBody>
          <a:bodyPr lIns="0" tIns="45720" rIns="0" bIns="45720" anchor="t">
            <a:noAutofit/>
          </a:bodyPr>
          <a:lstStyle/>
          <a:p>
            <a:pPr indent="0" defTabSz="914400">
              <a:lnSpc>
                <a:spcPct val="90000"/>
              </a:lnSpc>
              <a:spcBef>
                <a:spcPts val="1199"/>
              </a:spcBef>
              <a:spcAft>
                <a:spcPts val="201"/>
              </a:spcAft>
              <a:buNone/>
              <a:tabLst>
                <a:tab pos="0" algn="l"/>
              </a:tabLst>
            </a:pPr>
            <a:r>
              <a:rPr lang="en-US" sz="1400" b="0" strike="noStrike" spc="-1">
                <a:solidFill>
                  <a:schemeClr val="dk1">
                    <a:lumMod val="75000"/>
                    <a:lumOff val="25000"/>
                  </a:schemeClr>
                </a:solidFill>
                <a:latin typeface="Calibri"/>
              </a:rPr>
              <a:t>This version uses an adjacency list representation and employs a crucial preprocessing step to ensure all neighbor lists are sorted. With sorted lists, each thread can find the common neighbors for its assigned edges using a </a:t>
            </a:r>
            <a:r>
              <a:rPr lang="en-US" sz="1400" b="1" strike="noStrike" spc="-1">
                <a:solidFill>
                  <a:schemeClr val="dk1">
                    <a:lumMod val="75000"/>
                    <a:lumOff val="25000"/>
                  </a:schemeClr>
                </a:solidFill>
                <a:latin typeface="Calibri"/>
              </a:rPr>
              <a:t>two-pointer merge-like algorithm</a:t>
            </a:r>
            <a:r>
              <a:rPr lang="en-US" sz="1400" b="0" strike="noStrike" spc="-1">
                <a:solidFill>
                  <a:schemeClr val="dk1">
                    <a:lumMod val="75000"/>
                    <a:lumOff val="25000"/>
                  </a:schemeClr>
                </a:solidFill>
                <a:latin typeface="Calibri"/>
              </a:rPr>
              <a:t>, which has a linear time complexity of </a:t>
            </a:r>
            <a:r>
              <a:rPr lang="en-US" sz="1400" b="1" strike="noStrike" spc="-1">
                <a:solidFill>
                  <a:schemeClr val="dk1">
                    <a:lumMod val="75000"/>
                    <a:lumOff val="25000"/>
                  </a:schemeClr>
                </a:solidFill>
                <a:latin typeface="Calibri"/>
              </a:rPr>
              <a:t>O(d(s) + d(t)). </a:t>
            </a:r>
            <a:r>
              <a:rPr lang="en-US" sz="1400" b="0" strike="noStrike" spc="-1">
                <a:solidFill>
                  <a:schemeClr val="dk1">
                    <a:lumMod val="75000"/>
                    <a:lumOff val="25000"/>
                  </a:schemeClr>
                </a:solidFill>
                <a:latin typeface="Calibri"/>
              </a:rPr>
              <a:t>This significant improvement in the intersection process allows the algorithm to achieve a speedup proportional to the number of threads used, P, with very low synchronization overhead from the std::atomic variable.</a:t>
            </a:r>
          </a:p>
          <a:p>
            <a:pPr indent="0" defTabSz="914400">
              <a:lnSpc>
                <a:spcPct val="90000"/>
              </a:lnSpc>
              <a:spcBef>
                <a:spcPts val="1199"/>
              </a:spcBef>
              <a:spcAft>
                <a:spcPts val="201"/>
              </a:spcAft>
              <a:buNone/>
              <a:tabLst>
                <a:tab pos="0" algn="l"/>
              </a:tabLst>
            </a:pPr>
            <a:r>
              <a:rPr lang="en-US" sz="1400" b="0" strike="noStrike" spc="-1">
                <a:solidFill>
                  <a:schemeClr val="dk1">
                    <a:lumMod val="75000"/>
                    <a:lumOff val="25000"/>
                  </a:schemeClr>
                </a:solidFill>
                <a:latin typeface="Calibri"/>
              </a:rPr>
              <a:t>On a 10k-node graph, </a:t>
            </a:r>
            <a:r>
              <a:rPr lang="en-US" sz="1400" b="1" strike="noStrike" spc="-1">
                <a:solidFill>
                  <a:schemeClr val="dk1">
                    <a:lumMod val="75000"/>
                    <a:lumOff val="25000"/>
                  </a:schemeClr>
                </a:solidFill>
                <a:latin typeface="Calibri"/>
              </a:rPr>
              <a:t>we observe a dramatic and consistent drop in execution time as the number of threads increases</a:t>
            </a:r>
            <a:r>
              <a:rPr lang="en-US" sz="1400" b="0" strike="noStrike" spc="-1">
                <a:solidFill>
                  <a:schemeClr val="dk1">
                    <a:lumMod val="75000"/>
                    <a:lumOff val="25000"/>
                  </a:schemeClr>
                </a:solidFill>
                <a:latin typeface="Calibri"/>
              </a:rPr>
              <a:t>, with an optimal point around 8 threads. The performance is </a:t>
            </a:r>
            <a:r>
              <a:rPr lang="en-US" sz="1400" b="1" strike="noStrike" spc="-1">
                <a:solidFill>
                  <a:schemeClr val="dk1">
                    <a:lumMod val="75000"/>
                    <a:lumOff val="25000"/>
                  </a:schemeClr>
                </a:solidFill>
                <a:latin typeface="Calibri"/>
              </a:rPr>
              <a:t>consistently better than the V1 version on the same graph</a:t>
            </a:r>
            <a:r>
              <a:rPr lang="en-US" sz="1400" b="0" strike="noStrike" spc="-1">
                <a:solidFill>
                  <a:schemeClr val="dk1">
                    <a:lumMod val="75000"/>
                    <a:lumOff val="25000"/>
                  </a:schemeClr>
                </a:solidFill>
                <a:latin typeface="Calibri"/>
              </a:rPr>
              <a:t>, demonstrating that the linear-time intersection is far superior to the naive nested-loop approach.</a:t>
            </a:r>
          </a:p>
          <a:p>
            <a:pPr indent="0" defTabSz="914400">
              <a:lnSpc>
                <a:spcPct val="90000"/>
              </a:lnSpc>
              <a:spcBef>
                <a:spcPts val="1199"/>
              </a:spcBef>
              <a:spcAft>
                <a:spcPts val="201"/>
              </a:spcAft>
              <a:buNone/>
              <a:tabLst>
                <a:tab pos="0" algn="l"/>
              </a:tabLst>
            </a:pPr>
            <a:r>
              <a:rPr lang="en-US" sz="1400" b="0" strike="noStrike" spc="-1">
                <a:solidFill>
                  <a:schemeClr val="dk1">
                    <a:lumMod val="75000"/>
                    <a:lumOff val="25000"/>
                  </a:schemeClr>
                </a:solidFill>
                <a:latin typeface="Calibri"/>
              </a:rPr>
              <a:t>The scaling benefits of the V2 algorithm become even more apparent on extremely large graphs. For a graph with 1 million nodes, the performance curve shows a near-linear decrease as the number of threads increases up to 8. </a:t>
            </a:r>
            <a:r>
              <a:rPr lang="en-US" sz="1400" b="1" strike="noStrike" spc="-1">
                <a:solidFill>
                  <a:schemeClr val="dk1">
                    <a:lumMod val="75000"/>
                    <a:lumOff val="25000"/>
                  </a:schemeClr>
                </a:solidFill>
                <a:latin typeface="Calibri"/>
              </a:rPr>
              <a:t>This indicates a near-perfect parallel speedup </a:t>
            </a:r>
            <a:r>
              <a:rPr lang="en-US" sz="1400" b="0" strike="noStrike" spc="-1">
                <a:solidFill>
                  <a:schemeClr val="dk1">
                    <a:lumMod val="75000"/>
                    <a:lumOff val="25000"/>
                  </a:schemeClr>
                </a:solidFill>
                <a:latin typeface="Calibri"/>
              </a:rPr>
              <a:t>where the workload is large enough that the benefits of parallelization far outweigh the overhead.</a:t>
            </a:r>
          </a:p>
        </p:txBody>
      </p:sp>
      <p:sp>
        <p:nvSpPr>
          <p:cNvPr id="186" name="Rectangle 24">
            <a:extLst>
              <a:ext uri="{C183D7F6-B498-43B3-948B-1728B52AA6E4}">
                <adec:decorative xmlns:adec="http://schemas.microsoft.com/office/drawing/2017/decorative" val="1"/>
              </a:ext>
            </a:extLst>
          </p:cNvPr>
          <p:cNvSpPr/>
          <p:nvPr/>
        </p:nvSpPr>
        <p:spPr>
          <a:xfrm>
            <a:off x="0" y="6334200"/>
            <a:ext cx="12191760" cy="66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1600" rIns="90000" bIns="21600" anchor="t">
            <a:noAutofit/>
          </a:bodyPr>
          <a:lstStyle/>
          <a:p>
            <a:pPr defTabSz="457200">
              <a:lnSpc>
                <a:spcPct val="100000"/>
              </a:lnSpc>
            </a:pPr>
            <a:endParaRPr lang="it-IT" sz="1800" b="0" strike="noStrike" spc="-1">
              <a:solidFill>
                <a:schemeClr val="lt1"/>
              </a:solidFill>
              <a:latin typeface="Calibri"/>
            </a:endParaRPr>
          </a:p>
        </p:txBody>
      </p:sp>
      <p:sp>
        <p:nvSpPr>
          <p:cNvPr id="187" name="Rectangle 26">
            <a:extLst>
              <a:ext uri="{C183D7F6-B498-43B3-948B-1728B52AA6E4}">
                <adec:decorative xmlns:adec="http://schemas.microsoft.com/office/drawing/2017/decorative" val="1"/>
              </a:ext>
            </a:extLst>
          </p:cNvPr>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defTabSz="457200">
              <a:lnSpc>
                <a:spcPct val="100000"/>
              </a:lnSpc>
            </a:pPr>
            <a:endParaRPr lang="it-IT" sz="1800" b="0" strike="noStrike" spc="-1">
              <a:solidFill>
                <a:schemeClr val="lt1"/>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188" name="Rectangle 20">
            <a:extLst>
              <a:ext uri="{C183D7F6-B498-43B3-948B-1728B52AA6E4}">
                <adec:decorative xmlns:adec="http://schemas.microsoft.com/office/drawing/2017/decorative" val="1"/>
              </a:ext>
            </a:extLst>
          </p:cNvPr>
          <p:cNvSpPr/>
          <p:nvPr/>
        </p:nvSpPr>
        <p:spPr>
          <a:xfrm>
            <a:off x="0" y="0"/>
            <a:ext cx="12191760" cy="63338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sp>
        <p:nvSpPr>
          <p:cNvPr id="189" name="PlaceHolder 1"/>
          <p:cNvSpPr>
            <a:spLocks noGrp="1"/>
          </p:cNvSpPr>
          <p:nvPr>
            <p:ph type="title"/>
          </p:nvPr>
        </p:nvSpPr>
        <p:spPr>
          <a:xfrm>
            <a:off x="4703400" y="635040"/>
            <a:ext cx="6845760" cy="1450440"/>
          </a:xfrm>
          <a:prstGeom prst="rect">
            <a:avLst/>
          </a:prstGeom>
          <a:noFill/>
          <a:ln w="0">
            <a:noFill/>
          </a:ln>
        </p:spPr>
        <p:txBody>
          <a:bodyPr lIns="91440" tIns="45720" rIns="91440" bIns="45720" anchor="b">
            <a:normAutofit/>
          </a:bodyPr>
          <a:lstStyle/>
          <a:p>
            <a:pPr indent="0" defTabSz="914400">
              <a:lnSpc>
                <a:spcPct val="85000"/>
              </a:lnSpc>
              <a:buNone/>
            </a:pPr>
            <a:r>
              <a:rPr lang="en-US" sz="4800" b="0" strike="noStrike" spc="-52">
                <a:solidFill>
                  <a:schemeClr val="dk1">
                    <a:lumMod val="75000"/>
                    <a:lumOff val="25000"/>
                  </a:schemeClr>
                </a:solidFill>
                <a:latin typeface="Calibri Light"/>
              </a:rPr>
              <a:t>Parallel Forward Edge Iterator V3</a:t>
            </a:r>
            <a:endParaRPr lang="en-US" sz="4800" b="0" strike="noStrike" spc="-1">
              <a:solidFill>
                <a:schemeClr val="dk1"/>
              </a:solidFill>
              <a:latin typeface="Calibri"/>
            </a:endParaRPr>
          </a:p>
        </p:txBody>
      </p:sp>
      <p:pic>
        <p:nvPicPr>
          <p:cNvPr id="190" name="Picture 6" descr="A graph with red line&#10;&#10;AI-generated content may be incorrect."/>
          <p:cNvPicPr/>
          <p:nvPr/>
        </p:nvPicPr>
        <p:blipFill>
          <a:blip r:embed="rId2"/>
          <a:stretch/>
        </p:blipFill>
        <p:spPr>
          <a:xfrm>
            <a:off x="214920" y="-17640"/>
            <a:ext cx="4101480" cy="2460960"/>
          </a:xfrm>
          <a:prstGeom prst="rect">
            <a:avLst/>
          </a:prstGeom>
          <a:ln w="0">
            <a:noFill/>
          </a:ln>
        </p:spPr>
      </p:pic>
      <p:cxnSp>
        <p:nvCxnSpPr>
          <p:cNvPr id="191" name="Straight Connector 22">
            <a:extLst>
              <a:ext uri="{C183D7F6-B498-43B3-948B-1728B52AA6E4}">
                <adec:decorative xmlns:adec="http://schemas.microsoft.com/office/drawing/2017/decorative" val="1"/>
              </a:ext>
            </a:extLst>
          </p:cNvPr>
          <p:cNvCxnSpPr/>
          <p:nvPr/>
        </p:nvCxnSpPr>
        <p:spPr>
          <a:xfrm>
            <a:off x="4809600" y="2085840"/>
            <a:ext cx="5852520" cy="360"/>
          </a:xfrm>
          <a:prstGeom prst="straightConnector1">
            <a:avLst/>
          </a:prstGeom>
          <a:ln w="6350">
            <a:solidFill>
              <a:srgbClr val="000000">
                <a:lumMod val="50000"/>
                <a:lumOff val="50000"/>
                <a:alpha val="90000"/>
              </a:srgbClr>
            </a:solidFill>
            <a:round/>
          </a:ln>
        </p:spPr>
      </p:cxnSp>
      <p:pic>
        <p:nvPicPr>
          <p:cNvPr id="192" name="Picture 8" descr="A graph with red line&#10;&#10;AI-generated content may be incorrect."/>
          <p:cNvPicPr/>
          <p:nvPr/>
        </p:nvPicPr>
        <p:blipFill>
          <a:blip r:embed="rId3"/>
          <a:stretch/>
        </p:blipFill>
        <p:spPr>
          <a:xfrm>
            <a:off x="214920" y="2198880"/>
            <a:ext cx="4101480" cy="2460960"/>
          </a:xfrm>
          <a:prstGeom prst="rect">
            <a:avLst/>
          </a:prstGeom>
          <a:ln w="0">
            <a:noFill/>
          </a:ln>
        </p:spPr>
      </p:pic>
      <p:pic>
        <p:nvPicPr>
          <p:cNvPr id="193" name="Picture 4"/>
          <p:cNvPicPr/>
          <p:nvPr/>
        </p:nvPicPr>
        <p:blipFill>
          <a:blip r:embed="rId4"/>
          <a:stretch/>
        </p:blipFill>
        <p:spPr>
          <a:xfrm>
            <a:off x="297000" y="4539240"/>
            <a:ext cx="3634560" cy="1861200"/>
          </a:xfrm>
          <a:prstGeom prst="rect">
            <a:avLst/>
          </a:prstGeom>
          <a:ln w="0">
            <a:noFill/>
          </a:ln>
        </p:spPr>
      </p:pic>
      <p:sp>
        <p:nvSpPr>
          <p:cNvPr id="194" name="PlaceHolder 2"/>
          <p:cNvSpPr>
            <a:spLocks noGrp="1"/>
          </p:cNvSpPr>
          <p:nvPr>
            <p:ph/>
          </p:nvPr>
        </p:nvSpPr>
        <p:spPr>
          <a:xfrm>
            <a:off x="4701600" y="2198880"/>
            <a:ext cx="6847560" cy="3669840"/>
          </a:xfrm>
          <a:prstGeom prst="rect">
            <a:avLst/>
          </a:prstGeom>
          <a:noFill/>
          <a:ln w="0">
            <a:noFill/>
          </a:ln>
        </p:spPr>
        <p:txBody>
          <a:bodyPr lIns="0" tIns="45720" rIns="0" bIns="45720" anchor="t">
            <a:normAutofit/>
          </a:bodyPr>
          <a:lstStyle/>
          <a:p>
            <a:pPr marL="91440" indent="-91440" defTabSz="914400">
              <a:lnSpc>
                <a:spcPct val="90000"/>
              </a:lnSpc>
              <a:spcBef>
                <a:spcPts val="1199"/>
              </a:spcBef>
              <a:spcAft>
                <a:spcPts val="201"/>
              </a:spcAft>
              <a:buClr>
                <a:srgbClr val="E48312"/>
              </a:buClr>
              <a:buFont typeface="Calibri"/>
              <a:buChar char=" "/>
            </a:pPr>
            <a:r>
              <a:rPr lang="en-US" sz="1400" b="0" strike="noStrike" spc="-1">
                <a:solidFill>
                  <a:schemeClr val="dk1">
                    <a:lumMod val="75000"/>
                    <a:lumOff val="25000"/>
                  </a:schemeClr>
                </a:solidFill>
                <a:latin typeface="Calibri"/>
              </a:rPr>
              <a:t>This highly optimized version of the Edge Algorithm incorporates several key enhancements for maximum performance.</a:t>
            </a:r>
          </a:p>
          <a:p>
            <a:pPr marL="91440" indent="-91440" defTabSz="914400">
              <a:lnSpc>
                <a:spcPct val="90000"/>
              </a:lnSpc>
              <a:spcBef>
                <a:spcPts val="1199"/>
              </a:spcBef>
              <a:spcAft>
                <a:spcPts val="201"/>
              </a:spcAft>
              <a:buClr>
                <a:srgbClr val="E48312"/>
              </a:buClr>
              <a:buFont typeface="Calibri"/>
              <a:buChar char=" "/>
            </a:pPr>
            <a:r>
              <a:rPr lang="en-US" sz="1400" b="0" strike="noStrike" spc="-1">
                <a:solidFill>
                  <a:schemeClr val="dk1">
                    <a:lumMod val="75000"/>
                    <a:lumOff val="25000"/>
                  </a:schemeClr>
                </a:solidFill>
                <a:latin typeface="Calibri"/>
              </a:rPr>
              <a:t>First, it uses std::unordered_map for data storage, which provides near-instantaneous </a:t>
            </a:r>
            <a:r>
              <a:rPr lang="en-US" sz="1400" b="1" strike="noStrike" spc="-1">
                <a:solidFill>
                  <a:schemeClr val="dk1">
                    <a:lumMod val="75000"/>
                    <a:lumOff val="25000"/>
                  </a:schemeClr>
                </a:solidFill>
                <a:latin typeface="Calibri"/>
              </a:rPr>
              <a:t>O(1)</a:t>
            </a:r>
            <a:r>
              <a:rPr lang="en-US" sz="1400" b="0" strike="noStrike" spc="-1">
                <a:solidFill>
                  <a:schemeClr val="dk1">
                    <a:lumMod val="75000"/>
                    <a:lumOff val="25000"/>
                  </a:schemeClr>
                </a:solidFill>
                <a:latin typeface="Calibri"/>
              </a:rPr>
              <a:t> average lookup times, a significant improvement over the O(logN) of previous versions. For parallelism, it uses std::async to create tasks managed by the OS. Crucially, each thread uses a </a:t>
            </a:r>
            <a:r>
              <a:rPr lang="en-US" sz="1400" b="1" strike="noStrike" spc="-1">
                <a:solidFill>
                  <a:schemeClr val="dk1">
                    <a:lumMod val="75000"/>
                    <a:lumOff val="25000"/>
                  </a:schemeClr>
                </a:solidFill>
                <a:latin typeface="Calibri"/>
              </a:rPr>
              <a:t>local triangle counter</a:t>
            </a:r>
            <a:r>
              <a:rPr lang="en-US" sz="1400" b="0" strike="noStrike" spc="-1">
                <a:solidFill>
                  <a:schemeClr val="dk1">
                    <a:lumMod val="75000"/>
                    <a:lumOff val="25000"/>
                  </a:schemeClr>
                </a:solidFill>
                <a:latin typeface="Calibri"/>
              </a:rPr>
              <a:t>, completely eliminating the need for slow synchronization tools like mutexes or atomic operations. ⚡</a:t>
            </a:r>
          </a:p>
          <a:p>
            <a:pPr marL="91440" indent="-91440" defTabSz="914400">
              <a:lnSpc>
                <a:spcPct val="90000"/>
              </a:lnSpc>
              <a:spcBef>
                <a:spcPts val="1199"/>
              </a:spcBef>
              <a:spcAft>
                <a:spcPts val="201"/>
              </a:spcAft>
              <a:buClr>
                <a:srgbClr val="E48312"/>
              </a:buClr>
              <a:buFont typeface="Calibri"/>
              <a:buChar char=" "/>
            </a:pPr>
            <a:r>
              <a:rPr lang="en-US" sz="1400" b="0" strike="noStrike" spc="-1">
                <a:solidFill>
                  <a:schemeClr val="dk1">
                    <a:lumMod val="75000"/>
                    <a:lumOff val="25000"/>
                  </a:schemeClr>
                </a:solidFill>
                <a:latin typeface="Calibri"/>
              </a:rPr>
              <a:t>Further optimizations include:</a:t>
            </a:r>
          </a:p>
          <a:p>
            <a:pPr indent="0" defTabSz="914400">
              <a:lnSpc>
                <a:spcPct val="90000"/>
              </a:lnSpc>
              <a:spcBef>
                <a:spcPts val="1199"/>
              </a:spcBef>
              <a:spcAft>
                <a:spcPts val="201"/>
              </a:spcAft>
              <a:buNone/>
              <a:tabLst>
                <a:tab pos="0" algn="l"/>
              </a:tabLst>
            </a:pPr>
            <a:r>
              <a:rPr lang="en-US" sz="1400" b="0" strike="noStrike" spc="-1">
                <a:solidFill>
                  <a:schemeClr val="dk1">
                    <a:lumMod val="75000"/>
                    <a:lumOff val="25000"/>
                  </a:schemeClr>
                </a:solidFill>
                <a:latin typeface="Calibri"/>
              </a:rPr>
              <a:t>1) A fast </a:t>
            </a:r>
            <a:r>
              <a:rPr lang="en-US" sz="1400" b="1" strike="noStrike" spc="-1">
                <a:solidFill>
                  <a:schemeClr val="dk1">
                    <a:lumMod val="75000"/>
                    <a:lumOff val="25000"/>
                  </a:schemeClr>
                </a:solidFill>
                <a:latin typeface="Calibri"/>
              </a:rPr>
              <a:t>two-pointer intersection</a:t>
            </a:r>
            <a:r>
              <a:rPr lang="en-US" sz="1400" b="0" strike="noStrike" spc="-1">
                <a:solidFill>
                  <a:schemeClr val="dk1">
                    <a:lumMod val="75000"/>
                    <a:lumOff val="25000"/>
                  </a:schemeClr>
                </a:solidFill>
                <a:latin typeface="Calibri"/>
              </a:rPr>
              <a:t> method to find common neighbors on pre-sorted lists.</a:t>
            </a:r>
          </a:p>
          <a:p>
            <a:pPr indent="0" defTabSz="914400">
              <a:lnSpc>
                <a:spcPct val="90000"/>
              </a:lnSpc>
              <a:spcBef>
                <a:spcPts val="1199"/>
              </a:spcBef>
              <a:spcAft>
                <a:spcPts val="201"/>
              </a:spcAft>
              <a:buNone/>
              <a:tabLst>
                <a:tab pos="0" algn="l"/>
              </a:tabLst>
            </a:pPr>
            <a:r>
              <a:rPr lang="en-US" sz="1400" b="0" strike="noStrike" spc="-1">
                <a:solidFill>
                  <a:schemeClr val="dk1">
                    <a:lumMod val="75000"/>
                    <a:lumOff val="25000"/>
                  </a:schemeClr>
                </a:solidFill>
                <a:latin typeface="Calibri"/>
              </a:rPr>
              <a:t>2) </a:t>
            </a:r>
            <a:r>
              <a:rPr lang="en-US" sz="1400" b="1" strike="noStrike" spc="-1">
                <a:solidFill>
                  <a:schemeClr val="dk1">
                    <a:lumMod val="75000"/>
                    <a:lumOff val="25000"/>
                  </a:schemeClr>
                </a:solidFill>
                <a:latin typeface="Calibri"/>
              </a:rPr>
              <a:t>Pre-filtering edges</a:t>
            </a:r>
            <a:r>
              <a:rPr lang="en-US" sz="1400" b="0" strike="noStrike" spc="-1">
                <a:solidFill>
                  <a:schemeClr val="dk1">
                    <a:lumMod val="75000"/>
                    <a:lumOff val="25000"/>
                  </a:schemeClr>
                </a:solidFill>
                <a:latin typeface="Calibri"/>
              </a:rPr>
              <a:t> at the start to remove redundant checks from the main loop.</a:t>
            </a:r>
          </a:p>
          <a:p>
            <a:pPr indent="0" defTabSz="914400">
              <a:lnSpc>
                <a:spcPct val="90000"/>
              </a:lnSpc>
              <a:spcBef>
                <a:spcPts val="1199"/>
              </a:spcBef>
              <a:spcAft>
                <a:spcPts val="201"/>
              </a:spcAft>
              <a:buNone/>
              <a:tabLst>
                <a:tab pos="0" algn="l"/>
              </a:tabLst>
            </a:pPr>
            <a:r>
              <a:rPr lang="en-US" sz="1400" b="0" strike="noStrike" spc="-1">
                <a:solidFill>
                  <a:schemeClr val="dk1">
                    <a:lumMod val="75000"/>
                    <a:lumOff val="25000"/>
                  </a:schemeClr>
                </a:solidFill>
                <a:latin typeface="Calibri"/>
              </a:rPr>
              <a:t>3) Passing data by </a:t>
            </a:r>
            <a:r>
              <a:rPr lang="en-US" sz="1400" b="1" strike="noStrike" spc="-1">
                <a:solidFill>
                  <a:schemeClr val="dk1">
                    <a:lumMod val="75000"/>
                    <a:lumOff val="25000"/>
                  </a:schemeClr>
                </a:solidFill>
                <a:latin typeface="Calibri"/>
              </a:rPr>
              <a:t>constant reference</a:t>
            </a:r>
            <a:r>
              <a:rPr lang="en-US" sz="1400" b="0" strike="noStrike" spc="-1">
                <a:solidFill>
                  <a:schemeClr val="dk1">
                    <a:lumMod val="75000"/>
                    <a:lumOff val="25000"/>
                  </a:schemeClr>
                </a:solidFill>
                <a:latin typeface="Calibri"/>
              </a:rPr>
              <a:t> (const &amp;) to avoid expensive data copying between threads.</a:t>
            </a:r>
          </a:p>
          <a:p>
            <a:pPr indent="0" defTabSz="914400">
              <a:lnSpc>
                <a:spcPct val="90000"/>
              </a:lnSpc>
              <a:spcBef>
                <a:spcPts val="1199"/>
              </a:spcBef>
              <a:spcAft>
                <a:spcPts val="201"/>
              </a:spcAft>
              <a:buNone/>
              <a:tabLst>
                <a:tab pos="0" algn="l"/>
              </a:tabLst>
            </a:pPr>
            <a:endParaRPr lang="en-US" sz="1400" b="0" strike="noStrike" spc="-1">
              <a:solidFill>
                <a:schemeClr val="dk1">
                  <a:lumMod val="75000"/>
                  <a:lumOff val="25000"/>
                </a:schemeClr>
              </a:solidFill>
              <a:latin typeface="Calibri"/>
            </a:endParaRPr>
          </a:p>
        </p:txBody>
      </p:sp>
      <p:sp>
        <p:nvSpPr>
          <p:cNvPr id="195" name="Rectangle 24">
            <a:extLst>
              <a:ext uri="{C183D7F6-B498-43B3-948B-1728B52AA6E4}">
                <adec:decorative xmlns:adec="http://schemas.microsoft.com/office/drawing/2017/decorative" val="1"/>
              </a:ext>
            </a:extLst>
          </p:cNvPr>
          <p:cNvSpPr/>
          <p:nvPr/>
        </p:nvSpPr>
        <p:spPr>
          <a:xfrm>
            <a:off x="0" y="6334200"/>
            <a:ext cx="12191760" cy="66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1600" rIns="90000" bIns="21600" anchor="t">
            <a:noAutofit/>
          </a:bodyPr>
          <a:lstStyle/>
          <a:p>
            <a:pPr defTabSz="457200">
              <a:lnSpc>
                <a:spcPct val="100000"/>
              </a:lnSpc>
            </a:pPr>
            <a:endParaRPr lang="it-IT" sz="1800" b="0" strike="noStrike" spc="-1">
              <a:solidFill>
                <a:schemeClr val="lt1"/>
              </a:solidFill>
              <a:latin typeface="Calibri"/>
            </a:endParaRPr>
          </a:p>
        </p:txBody>
      </p:sp>
      <p:sp>
        <p:nvSpPr>
          <p:cNvPr id="196" name="Rectangle 26">
            <a:extLst>
              <a:ext uri="{C183D7F6-B498-43B3-948B-1728B52AA6E4}">
                <adec:decorative xmlns:adec="http://schemas.microsoft.com/office/drawing/2017/decorative" val="1"/>
              </a:ext>
            </a:extLst>
          </p:cNvPr>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defTabSz="457200">
              <a:lnSpc>
                <a:spcPct val="100000"/>
              </a:lnSpc>
            </a:pPr>
            <a:endParaRPr lang="it-IT" sz="1800" b="0" strike="noStrike" spc="-1">
              <a:solidFill>
                <a:schemeClr val="lt1"/>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97" name="Rectangle 11">
            <a:extLst>
              <a:ext uri="{C183D7F6-B498-43B3-948B-1728B52AA6E4}">
                <adec:decorative xmlns:adec="http://schemas.microsoft.com/office/drawing/2017/decorative" val="1"/>
              </a:ext>
            </a:extLst>
          </p:cNvPr>
          <p:cNvSpPr/>
          <p:nvPr/>
        </p:nvSpPr>
        <p:spPr>
          <a:xfrm>
            <a:off x="3240" y="6400800"/>
            <a:ext cx="1218852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defTabSz="457200">
              <a:lnSpc>
                <a:spcPct val="100000"/>
              </a:lnSpc>
            </a:pPr>
            <a:endParaRPr lang="it-IT" sz="1800" b="0" strike="noStrike" spc="-1">
              <a:solidFill>
                <a:schemeClr val="lt1"/>
              </a:solidFill>
              <a:latin typeface="Calibri"/>
            </a:endParaRPr>
          </a:p>
        </p:txBody>
      </p:sp>
      <p:sp>
        <p:nvSpPr>
          <p:cNvPr id="198" name="Rectangle 13">
            <a:extLst>
              <a:ext uri="{C183D7F6-B498-43B3-948B-1728B52AA6E4}">
                <adec:decorative xmlns:adec="http://schemas.microsoft.com/office/drawing/2017/decorative" val="1"/>
              </a:ext>
            </a:extLst>
          </p:cNvPr>
          <p:cNvSpPr/>
          <p:nvPr/>
        </p:nvSpPr>
        <p:spPr>
          <a:xfrm>
            <a:off x="0" y="633420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19080" rIns="90000" bIns="19080" anchor="t">
            <a:noAutofit/>
          </a:bodyPr>
          <a:lstStyle/>
          <a:p>
            <a:pPr defTabSz="457200">
              <a:lnSpc>
                <a:spcPct val="100000"/>
              </a:lnSpc>
            </a:pPr>
            <a:endParaRPr lang="it-IT" sz="1800" b="0" strike="noStrike" spc="-1">
              <a:solidFill>
                <a:schemeClr val="lt1"/>
              </a:solidFill>
              <a:latin typeface="Calibri"/>
            </a:endParaRPr>
          </a:p>
        </p:txBody>
      </p:sp>
      <p:cxnSp>
        <p:nvCxnSpPr>
          <p:cNvPr id="199" name="Straight Connector 15">
            <a:extLst>
              <a:ext uri="{C183D7F6-B498-43B3-948B-1728B52AA6E4}">
                <adec:decorative xmlns:adec="http://schemas.microsoft.com/office/drawing/2017/decorative" val="1"/>
              </a:ext>
            </a:extLst>
          </p:cNvPr>
          <p:cNvCxnSpPr/>
          <p:nvPr/>
        </p:nvCxnSpPr>
        <p:spPr>
          <a:xfrm>
            <a:off x="1207440" y="4343400"/>
            <a:ext cx="9875880" cy="360"/>
          </a:xfrm>
          <a:prstGeom prst="straightConnector1">
            <a:avLst/>
          </a:prstGeom>
          <a:ln w="6350">
            <a:solidFill>
              <a:srgbClr val="000000">
                <a:lumMod val="50000"/>
                <a:lumOff val="50000"/>
              </a:srgbClr>
            </a:solidFill>
            <a:round/>
          </a:ln>
        </p:spPr>
      </p:cxnSp>
      <p:sp useBgFill="1">
        <p:nvSpPr>
          <p:cNvPr id="200" name="Rectangle 17">
            <a:extLst>
              <a:ext uri="{C183D7F6-B498-43B3-948B-1728B52AA6E4}">
                <adec:decorative xmlns:adec="http://schemas.microsoft.com/office/drawing/2017/decorative" val="1"/>
              </a:ext>
            </a:extLst>
          </p:cNvPr>
          <p:cNvSpPr/>
          <p:nvPr/>
        </p:nvSpPr>
        <p:spPr>
          <a:xfrm>
            <a:off x="0" y="0"/>
            <a:ext cx="12191760" cy="63338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sp>
        <p:nvSpPr>
          <p:cNvPr id="201" name="PlaceHolder 1"/>
          <p:cNvSpPr>
            <a:spLocks noGrp="1"/>
          </p:cNvSpPr>
          <p:nvPr>
            <p:ph type="title"/>
          </p:nvPr>
        </p:nvSpPr>
        <p:spPr>
          <a:xfrm>
            <a:off x="633960" y="4550400"/>
            <a:ext cx="10908720" cy="1057320"/>
          </a:xfrm>
          <a:prstGeom prst="rect">
            <a:avLst/>
          </a:prstGeom>
          <a:noFill/>
          <a:ln w="0">
            <a:noFill/>
          </a:ln>
        </p:spPr>
        <p:txBody>
          <a:bodyPr lIns="91440" tIns="45720" rIns="91440" bIns="45720" anchor="b">
            <a:normAutofit/>
          </a:bodyPr>
          <a:lstStyle/>
          <a:p>
            <a:pPr indent="0" defTabSz="914400">
              <a:lnSpc>
                <a:spcPct val="85000"/>
              </a:lnSpc>
              <a:buNone/>
            </a:pPr>
            <a:r>
              <a:rPr lang="en-US" sz="3300" b="0" strike="noStrike" spc="-52">
                <a:solidFill>
                  <a:schemeClr val="dk1">
                    <a:lumMod val="85000"/>
                    <a:lumOff val="15000"/>
                  </a:schemeClr>
                </a:solidFill>
                <a:latin typeface="Calibri Light"/>
              </a:rPr>
              <a:t>Comparison between Parallel Edge v3 and sequential version</a:t>
            </a:r>
            <a:endParaRPr lang="en-US" sz="3300" b="0" strike="noStrike" spc="-1">
              <a:solidFill>
                <a:schemeClr val="dk1"/>
              </a:solidFill>
              <a:latin typeface="Calibri"/>
            </a:endParaRPr>
          </a:p>
        </p:txBody>
      </p:sp>
      <p:pic>
        <p:nvPicPr>
          <p:cNvPr id="202" name="Picture 6"/>
          <p:cNvPicPr/>
          <p:nvPr/>
        </p:nvPicPr>
        <p:blipFill>
          <a:blip r:embed="rId2"/>
          <a:stretch/>
        </p:blipFill>
        <p:spPr>
          <a:xfrm>
            <a:off x="635400" y="844200"/>
            <a:ext cx="5131440" cy="3193920"/>
          </a:xfrm>
          <a:prstGeom prst="rect">
            <a:avLst/>
          </a:prstGeom>
          <a:ln w="0">
            <a:noFill/>
          </a:ln>
        </p:spPr>
      </p:pic>
      <p:sp>
        <p:nvSpPr>
          <p:cNvPr id="203" name="Rectangle 19">
            <a:extLst>
              <a:ext uri="{C183D7F6-B498-43B3-948B-1728B52AA6E4}">
                <adec:decorative xmlns:adec="http://schemas.microsoft.com/office/drawing/2017/decorative" val="1"/>
              </a:ext>
            </a:extLst>
          </p:cNvPr>
          <p:cNvSpPr/>
          <p:nvPr/>
        </p:nvSpPr>
        <p:spPr>
          <a:xfrm>
            <a:off x="6063840" y="887040"/>
            <a:ext cx="63720" cy="3108600"/>
          </a:xfrm>
          <a:prstGeom prst="rect">
            <a:avLst/>
          </a:prstGeom>
          <a:solidFill>
            <a:srgbClr val="E4831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pic>
        <p:nvPicPr>
          <p:cNvPr id="204" name="Picture 4"/>
          <p:cNvPicPr/>
          <p:nvPr/>
        </p:nvPicPr>
        <p:blipFill>
          <a:blip r:embed="rId3"/>
          <a:stretch/>
        </p:blipFill>
        <p:spPr>
          <a:xfrm>
            <a:off x="6424920" y="790920"/>
            <a:ext cx="5117760" cy="3300840"/>
          </a:xfrm>
          <a:prstGeom prst="rect">
            <a:avLst/>
          </a:prstGeom>
          <a:ln w="0">
            <a:noFill/>
          </a:ln>
        </p:spPr>
      </p:pic>
      <p:cxnSp>
        <p:nvCxnSpPr>
          <p:cNvPr id="205" name="Straight Connector 21">
            <a:extLst>
              <a:ext uri="{C183D7F6-B498-43B3-948B-1728B52AA6E4}">
                <adec:decorative xmlns:adec="http://schemas.microsoft.com/office/drawing/2017/decorative" val="1"/>
              </a:ext>
            </a:extLst>
          </p:cNvPr>
          <p:cNvCxnSpPr/>
          <p:nvPr/>
        </p:nvCxnSpPr>
        <p:spPr>
          <a:xfrm>
            <a:off x="721080" y="5618520"/>
            <a:ext cx="10515960" cy="360"/>
          </a:xfrm>
          <a:prstGeom prst="straightConnector1">
            <a:avLst/>
          </a:prstGeom>
          <a:ln w="6350">
            <a:solidFill>
              <a:srgbClr val="637052">
                <a:alpha val="90000"/>
              </a:srgbClr>
            </a:solidFill>
            <a:round/>
          </a:ln>
        </p:spPr>
      </p:cxnSp>
      <p:sp>
        <p:nvSpPr>
          <p:cNvPr id="206" name="Rectangle 23">
            <a:extLst>
              <a:ext uri="{C183D7F6-B498-43B3-948B-1728B52AA6E4}">
                <adec:decorative xmlns:adec="http://schemas.microsoft.com/office/drawing/2017/decorative" val="1"/>
              </a:ext>
            </a:extLst>
          </p:cNvPr>
          <p:cNvSpPr/>
          <p:nvPr/>
        </p:nvSpPr>
        <p:spPr>
          <a:xfrm>
            <a:off x="0" y="6334200"/>
            <a:ext cx="12191760" cy="66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1600" rIns="90000" bIns="21600" anchor="t">
            <a:noAutofit/>
          </a:bodyPr>
          <a:lstStyle/>
          <a:p>
            <a:pPr defTabSz="457200">
              <a:lnSpc>
                <a:spcPct val="100000"/>
              </a:lnSpc>
            </a:pPr>
            <a:endParaRPr lang="it-IT" sz="1800" b="0" strike="noStrike" spc="-1">
              <a:solidFill>
                <a:schemeClr val="lt1"/>
              </a:solidFill>
              <a:latin typeface="Calibri"/>
            </a:endParaRPr>
          </a:p>
        </p:txBody>
      </p:sp>
      <p:sp>
        <p:nvSpPr>
          <p:cNvPr id="207" name="Rectangle 25">
            <a:extLst>
              <a:ext uri="{C183D7F6-B498-43B3-948B-1728B52AA6E4}">
                <adec:decorative xmlns:adec="http://schemas.microsoft.com/office/drawing/2017/decorative" val="1"/>
              </a:ext>
            </a:extLst>
          </p:cNvPr>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defTabSz="457200">
              <a:lnSpc>
                <a:spcPct val="100000"/>
              </a:lnSpc>
            </a:pPr>
            <a:endParaRPr lang="it-IT" sz="1800" b="0" strike="noStrike" spc="-1">
              <a:solidFill>
                <a:schemeClr val="lt1"/>
              </a:solidFill>
              <a:latin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4908240" y="1073520"/>
            <a:ext cx="6247080" cy="663480"/>
          </a:xfrm>
          <a:prstGeom prst="rect">
            <a:avLst/>
          </a:prstGeom>
          <a:noFill/>
          <a:ln w="0">
            <a:noFill/>
          </a:ln>
        </p:spPr>
        <p:txBody>
          <a:bodyPr lIns="91440" tIns="45720" rIns="91440" bIns="45720" anchor="b">
            <a:normAutofit fontScale="90000"/>
          </a:bodyPr>
          <a:lstStyle/>
          <a:p>
            <a:pPr indent="0" defTabSz="914400">
              <a:lnSpc>
                <a:spcPct val="85000"/>
              </a:lnSpc>
              <a:buNone/>
            </a:pPr>
            <a:r>
              <a:rPr lang="en-US" sz="4800" b="0" strike="noStrike" spc="-52">
                <a:solidFill>
                  <a:schemeClr val="dk1">
                    <a:lumMod val="75000"/>
                    <a:lumOff val="25000"/>
                  </a:schemeClr>
                </a:solidFill>
                <a:latin typeface="Calibri Light"/>
              </a:rPr>
              <a:t>CUDA Parallel Forward Edge Iterator V1</a:t>
            </a:r>
            <a:endParaRPr lang="en-US" sz="4800" b="0" strike="noStrike" spc="-1">
              <a:solidFill>
                <a:schemeClr val="dk1"/>
              </a:solidFill>
              <a:latin typeface="Calibri"/>
            </a:endParaRPr>
          </a:p>
        </p:txBody>
      </p:sp>
      <p:sp>
        <p:nvSpPr>
          <p:cNvPr id="209" name="PlaceHolder 2"/>
          <p:cNvSpPr>
            <a:spLocks noGrp="1"/>
          </p:cNvSpPr>
          <p:nvPr>
            <p:ph/>
          </p:nvPr>
        </p:nvSpPr>
        <p:spPr>
          <a:xfrm>
            <a:off x="5750640" y="1846440"/>
            <a:ext cx="5404680" cy="4022280"/>
          </a:xfrm>
          <a:prstGeom prst="rect">
            <a:avLst/>
          </a:prstGeom>
          <a:noFill/>
          <a:ln w="0">
            <a:noFill/>
          </a:ln>
        </p:spPr>
        <p:txBody>
          <a:bodyPr lIns="0" tIns="45720" rIns="0" bIns="45720" anchor="t">
            <a:normAutofit/>
          </a:bodyPr>
          <a:lstStyle/>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The </a:t>
            </a:r>
            <a:r>
              <a:rPr lang="en-US" sz="2000" b="1" strike="noStrike" spc="-1">
                <a:solidFill>
                  <a:schemeClr val="dk1">
                    <a:lumMod val="75000"/>
                    <a:lumOff val="25000"/>
                  </a:schemeClr>
                </a:solidFill>
                <a:latin typeface="Calibri"/>
              </a:rPr>
              <a:t>Forward Edge Iterator</a:t>
            </a:r>
            <a:r>
              <a:rPr lang="en-US" sz="2000" b="0" strike="noStrike" spc="-1">
                <a:solidFill>
                  <a:schemeClr val="dk1">
                    <a:lumMod val="75000"/>
                    <a:lumOff val="25000"/>
                  </a:schemeClr>
                </a:solidFill>
                <a:latin typeface="Calibri"/>
              </a:rPr>
              <a:t> has also been implemented in CUDA, similar to the Forward Node Algorithm. It uses the </a:t>
            </a:r>
            <a:r>
              <a:rPr lang="en-US" sz="2000" b="1" strike="noStrike" spc="-1">
                <a:solidFill>
                  <a:schemeClr val="dk1">
                    <a:lumMod val="75000"/>
                    <a:lumOff val="25000"/>
                  </a:schemeClr>
                </a:solidFill>
                <a:latin typeface="Calibri"/>
              </a:rPr>
              <a:t>CRS (Compressed Row Storage)</a:t>
            </a:r>
            <a:r>
              <a:rPr lang="en-US" sz="2000" b="0" strike="noStrike" spc="-1">
                <a:solidFill>
                  <a:schemeClr val="dk1">
                    <a:lumMod val="75000"/>
                    <a:lumOff val="25000"/>
                  </a:schemeClr>
                </a:solidFill>
                <a:latin typeface="Calibri"/>
              </a:rPr>
              <a:t> format to represent the graph data. The implementation assigns </a:t>
            </a:r>
            <a:r>
              <a:rPr lang="en-US" sz="2000" b="1" strike="noStrike" spc="-1">
                <a:solidFill>
                  <a:schemeClr val="dk1">
                    <a:lumMod val="75000"/>
                    <a:lumOff val="25000"/>
                  </a:schemeClr>
                </a:solidFill>
                <a:latin typeface="Calibri"/>
              </a:rPr>
              <a:t>one thread to manage one edge</a:t>
            </a:r>
            <a:r>
              <a:rPr lang="en-US" sz="2000" b="0" strike="noStrike" spc="-1">
                <a:solidFill>
                  <a:schemeClr val="dk1">
                    <a:lumMod val="75000"/>
                    <a:lumOff val="25000"/>
                  </a:schemeClr>
                </a:solidFill>
                <a:latin typeface="Calibri"/>
              </a:rPr>
              <a:t>, handled through the function </a:t>
            </a:r>
            <a:r>
              <a:rPr lang="en-US" sz="2000" b="0" i="1" strike="noStrike" spc="-1">
                <a:solidFill>
                  <a:schemeClr val="dk1">
                    <a:lumMod val="75000"/>
                    <a:lumOff val="25000"/>
                  </a:schemeClr>
                </a:solidFill>
                <a:latin typeface="Calibri"/>
              </a:rPr>
              <a:t>EdgeIteratorAlgorithmKernel</a:t>
            </a:r>
            <a:r>
              <a:rPr lang="en-US" sz="2000" b="0" strike="noStrike" spc="-1">
                <a:solidFill>
                  <a:schemeClr val="dk1">
                    <a:lumMod val="75000"/>
                    <a:lumOff val="25000"/>
                  </a:schemeClr>
                </a:solidFill>
                <a:latin typeface="Calibri"/>
              </a:rPr>
              <a:t>. Since each edge connects two nodes in the graph, the function iterates over the neighbors of both nodes, and whenever two neighbors match, a new triangle is counted.</a:t>
            </a:r>
          </a:p>
          <a:p>
            <a:pPr indent="0" defTabSz="914400">
              <a:lnSpc>
                <a:spcPct val="90000"/>
              </a:lnSpc>
              <a:spcBef>
                <a:spcPts val="1199"/>
              </a:spcBef>
              <a:spcAft>
                <a:spcPts val="201"/>
              </a:spcAft>
              <a:buNone/>
              <a:tabLst>
                <a:tab pos="0" algn="l"/>
              </a:tabLst>
            </a:pPr>
            <a:endParaRPr lang="en-US" sz="2000" b="0" strike="noStrike" spc="-1">
              <a:solidFill>
                <a:schemeClr val="dk1">
                  <a:lumMod val="75000"/>
                  <a:lumOff val="25000"/>
                </a:schemeClr>
              </a:solidFill>
              <a:latin typeface="Calibri"/>
            </a:endParaRPr>
          </a:p>
        </p:txBody>
      </p:sp>
      <p:pic>
        <p:nvPicPr>
          <p:cNvPr id="210" name="Picture 3"/>
          <p:cNvPicPr/>
          <p:nvPr/>
        </p:nvPicPr>
        <p:blipFill>
          <a:blip r:embed="rId2"/>
          <a:stretch/>
        </p:blipFill>
        <p:spPr>
          <a:xfrm>
            <a:off x="155160" y="1737360"/>
            <a:ext cx="5512320" cy="3494520"/>
          </a:xfrm>
          <a:prstGeom prst="rect">
            <a:avLst/>
          </a:prstGeom>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4943520" y="371520"/>
            <a:ext cx="6211800" cy="1365480"/>
          </a:xfrm>
          <a:prstGeom prst="rect">
            <a:avLst/>
          </a:prstGeom>
          <a:noFill/>
          <a:ln w="0">
            <a:noFill/>
          </a:ln>
        </p:spPr>
        <p:txBody>
          <a:bodyPr lIns="91440" tIns="45720" rIns="91440" bIns="45720" anchor="b">
            <a:noAutofit/>
          </a:bodyPr>
          <a:lstStyle/>
          <a:p>
            <a:pPr indent="0" defTabSz="914400">
              <a:lnSpc>
                <a:spcPct val="85000"/>
              </a:lnSpc>
              <a:buNone/>
            </a:pPr>
            <a:r>
              <a:rPr lang="en-US" sz="4800" b="0" strike="noStrike" spc="-52">
                <a:solidFill>
                  <a:schemeClr val="dk1">
                    <a:lumMod val="75000"/>
                    <a:lumOff val="25000"/>
                  </a:schemeClr>
                </a:solidFill>
                <a:latin typeface="Calibri Light"/>
              </a:rPr>
              <a:t>CUDA Parallel Forward Edge Iterator V1_1</a:t>
            </a:r>
            <a:endParaRPr lang="en-US" sz="4800" b="0" strike="noStrike" spc="-1">
              <a:solidFill>
                <a:schemeClr val="dk1"/>
              </a:solidFill>
              <a:latin typeface="Calibri"/>
            </a:endParaRPr>
          </a:p>
        </p:txBody>
      </p:sp>
      <p:sp>
        <p:nvSpPr>
          <p:cNvPr id="212" name="PlaceHolder 2"/>
          <p:cNvSpPr>
            <a:spLocks noGrp="1"/>
          </p:cNvSpPr>
          <p:nvPr>
            <p:ph/>
          </p:nvPr>
        </p:nvSpPr>
        <p:spPr>
          <a:xfrm>
            <a:off x="5821560" y="1845720"/>
            <a:ext cx="5333760" cy="4023000"/>
          </a:xfrm>
          <a:prstGeom prst="rect">
            <a:avLst/>
          </a:prstGeom>
          <a:noFill/>
          <a:ln w="0">
            <a:noFill/>
          </a:ln>
        </p:spPr>
        <p:txBody>
          <a:bodyPr lIns="0" tIns="45720" rIns="0" bIns="45720" anchor="t">
            <a:normAutofit/>
          </a:bodyPr>
          <a:lstStyle/>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The </a:t>
            </a:r>
            <a:r>
              <a:rPr lang="en-US" sz="2000" b="1" strike="noStrike" spc="-1">
                <a:solidFill>
                  <a:schemeClr val="dk1">
                    <a:lumMod val="75000"/>
                    <a:lumOff val="25000"/>
                  </a:schemeClr>
                </a:solidFill>
                <a:latin typeface="Calibri"/>
              </a:rPr>
              <a:t>V1_1 version</a:t>
            </a:r>
            <a:r>
              <a:rPr lang="en-US" sz="2000" b="0" strike="noStrike" spc="-1">
                <a:solidFill>
                  <a:schemeClr val="dk1">
                    <a:lumMod val="75000"/>
                    <a:lumOff val="25000"/>
                  </a:schemeClr>
                </a:solidFill>
                <a:latin typeface="Calibri"/>
              </a:rPr>
              <a:t> builds directly on the original CUDA Forward Edge Iterator. The core function (</a:t>
            </a:r>
            <a:r>
              <a:rPr lang="en-US" sz="2000" b="0" i="1" strike="noStrike" spc="-1">
                <a:solidFill>
                  <a:schemeClr val="dk1">
                    <a:lumMod val="75000"/>
                    <a:lumOff val="25000"/>
                  </a:schemeClr>
                </a:solidFill>
                <a:latin typeface="Calibri"/>
              </a:rPr>
              <a:t>EdgeIteratorAlgorithmKernel</a:t>
            </a:r>
            <a:r>
              <a:rPr lang="en-US" sz="2000" b="0" strike="noStrike" spc="-1">
                <a:solidFill>
                  <a:schemeClr val="dk1">
                    <a:lumMod val="75000"/>
                    <a:lumOff val="25000"/>
                  </a:schemeClr>
                </a:solidFill>
                <a:latin typeface="Calibri"/>
              </a:rPr>
              <a:t>) remains unchanged. The key modification is in how edges are assigned: Instead of one thread handling exactly one edge, the full edge set is divided into </a:t>
            </a:r>
            <a:r>
              <a:rPr lang="en-US" sz="2000" b="1" strike="noStrike" spc="-1">
                <a:solidFill>
                  <a:schemeClr val="dk1">
                    <a:lumMod val="75000"/>
                    <a:lumOff val="25000"/>
                  </a:schemeClr>
                </a:solidFill>
                <a:latin typeface="Calibri"/>
              </a:rPr>
              <a:t>chunks</a:t>
            </a:r>
            <a:r>
              <a:rPr lang="en-US" sz="2000" b="0" strike="noStrike" spc="-1">
                <a:solidFill>
                  <a:schemeClr val="dk1">
                    <a:lumMod val="75000"/>
                    <a:lumOff val="25000"/>
                  </a:schemeClr>
                </a:solidFill>
                <a:latin typeface="Calibri"/>
              </a:rPr>
              <a:t>, with each thread responsible for one chunk. This design aims to improve </a:t>
            </a:r>
            <a:r>
              <a:rPr lang="en-US" sz="2000" b="1" strike="noStrike" spc="-1">
                <a:solidFill>
                  <a:schemeClr val="dk1">
                    <a:lumMod val="75000"/>
                    <a:lumOff val="25000"/>
                  </a:schemeClr>
                </a:solidFill>
                <a:latin typeface="Calibri"/>
              </a:rPr>
              <a:t>GPU resource utilization</a:t>
            </a:r>
            <a:r>
              <a:rPr lang="en-US" sz="2000" b="0" strike="noStrike" spc="-1">
                <a:solidFill>
                  <a:schemeClr val="dk1">
                    <a:lumMod val="75000"/>
                    <a:lumOff val="25000"/>
                  </a:schemeClr>
                </a:solidFill>
                <a:latin typeface="Calibri"/>
              </a:rPr>
              <a:t> and reduce latency by lowering the number of tasks the scheduler must manage in parallel.</a:t>
            </a:r>
          </a:p>
          <a:p>
            <a:pPr indent="0" defTabSz="914400">
              <a:lnSpc>
                <a:spcPct val="90000"/>
              </a:lnSpc>
              <a:spcBef>
                <a:spcPts val="1199"/>
              </a:spcBef>
              <a:spcAft>
                <a:spcPts val="201"/>
              </a:spcAft>
              <a:buNone/>
              <a:tabLst>
                <a:tab pos="0" algn="l"/>
              </a:tabLst>
            </a:pPr>
            <a:endParaRPr lang="en-US" sz="2000" b="0" strike="noStrike" spc="-1">
              <a:solidFill>
                <a:schemeClr val="dk1">
                  <a:lumMod val="75000"/>
                  <a:lumOff val="25000"/>
                </a:schemeClr>
              </a:solidFill>
              <a:latin typeface="Calibri"/>
            </a:endParaRPr>
          </a:p>
        </p:txBody>
      </p:sp>
      <p:pic>
        <p:nvPicPr>
          <p:cNvPr id="213" name="Picture 3"/>
          <p:cNvPicPr/>
          <p:nvPr/>
        </p:nvPicPr>
        <p:blipFill>
          <a:blip r:embed="rId2"/>
          <a:stretch/>
        </p:blipFill>
        <p:spPr>
          <a:xfrm>
            <a:off x="185040" y="1580400"/>
            <a:ext cx="5710680" cy="3539880"/>
          </a:xfrm>
          <a:prstGeom prst="rect">
            <a:avLst/>
          </a:prstGeom>
          <a:ln w="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5155560" y="187920"/>
            <a:ext cx="6111360" cy="1450440"/>
          </a:xfrm>
          <a:prstGeom prst="rect">
            <a:avLst/>
          </a:prstGeom>
          <a:noFill/>
          <a:ln w="0">
            <a:noFill/>
          </a:ln>
        </p:spPr>
        <p:txBody>
          <a:bodyPr lIns="91440" tIns="45720" rIns="91440" bIns="45720" anchor="b">
            <a:noAutofit/>
          </a:bodyPr>
          <a:lstStyle/>
          <a:p>
            <a:pPr indent="0" defTabSz="914400">
              <a:lnSpc>
                <a:spcPct val="85000"/>
              </a:lnSpc>
              <a:buNone/>
            </a:pPr>
            <a:r>
              <a:rPr lang="en-US" sz="4800" b="0" strike="noStrike" spc="-52">
                <a:solidFill>
                  <a:schemeClr val="dk1">
                    <a:lumMod val="75000"/>
                    <a:lumOff val="25000"/>
                  </a:schemeClr>
                </a:solidFill>
                <a:latin typeface="Calibri Light"/>
              </a:rPr>
              <a:t>CUDA Parallel Forward Edge Iterator V2, V2_1</a:t>
            </a:r>
            <a:endParaRPr lang="en-US" sz="4800" b="0" strike="noStrike" spc="-1">
              <a:solidFill>
                <a:schemeClr val="dk1"/>
              </a:solidFill>
              <a:latin typeface="Calibri"/>
            </a:endParaRPr>
          </a:p>
        </p:txBody>
      </p:sp>
      <p:sp>
        <p:nvSpPr>
          <p:cNvPr id="215" name="PlaceHolder 2"/>
          <p:cNvSpPr>
            <a:spLocks noGrp="1"/>
          </p:cNvSpPr>
          <p:nvPr>
            <p:ph/>
          </p:nvPr>
        </p:nvSpPr>
        <p:spPr>
          <a:xfrm>
            <a:off x="5043960" y="1757520"/>
            <a:ext cx="6111360" cy="1812960"/>
          </a:xfrm>
          <a:prstGeom prst="rect">
            <a:avLst/>
          </a:prstGeom>
          <a:noFill/>
          <a:ln w="0">
            <a:noFill/>
          </a:ln>
        </p:spPr>
        <p:txBody>
          <a:bodyPr lIns="0" tIns="45720" rIns="0" bIns="45720" anchor="t">
            <a:normAutofit/>
          </a:bodyPr>
          <a:lstStyle/>
          <a:p>
            <a:pPr marL="91440" indent="-91440" defTabSz="914400">
              <a:lnSpc>
                <a:spcPct val="90000"/>
              </a:lnSpc>
              <a:spcBef>
                <a:spcPts val="1199"/>
              </a:spcBef>
              <a:spcAft>
                <a:spcPts val="201"/>
              </a:spcAft>
              <a:buClr>
                <a:srgbClr val="E48312"/>
              </a:buClr>
              <a:buFont typeface="Calibri"/>
              <a:buChar char=" "/>
            </a:pPr>
            <a:r>
              <a:rPr lang="en-US" sz="1400" b="0" strike="noStrike" spc="-1">
                <a:solidFill>
                  <a:schemeClr val="dk1">
                    <a:lumMod val="75000"/>
                    <a:lumOff val="25000"/>
                  </a:schemeClr>
                </a:solidFill>
                <a:latin typeface="Calibri"/>
              </a:rPr>
              <a:t>Unlike V1, the </a:t>
            </a:r>
            <a:r>
              <a:rPr lang="en-US" sz="1400" b="1" strike="noStrike" spc="-1">
                <a:solidFill>
                  <a:schemeClr val="dk1">
                    <a:lumMod val="75000"/>
                    <a:lumOff val="25000"/>
                  </a:schemeClr>
                </a:solidFill>
                <a:latin typeface="Calibri"/>
              </a:rPr>
              <a:t>V2 CUDA Edge Iterator</a:t>
            </a:r>
            <a:r>
              <a:rPr lang="en-US" sz="1400" b="0" strike="noStrike" spc="-1">
                <a:solidFill>
                  <a:schemeClr val="dk1">
                    <a:lumMod val="75000"/>
                    <a:lumOff val="25000"/>
                  </a:schemeClr>
                </a:solidFill>
                <a:latin typeface="Calibri"/>
              </a:rPr>
              <a:t> uses a </a:t>
            </a:r>
            <a:r>
              <a:rPr lang="en-US" sz="1400" b="1" strike="noStrike" spc="-1">
                <a:solidFill>
                  <a:schemeClr val="dk1">
                    <a:lumMod val="75000"/>
                    <a:lumOff val="25000"/>
                  </a:schemeClr>
                </a:solidFill>
                <a:latin typeface="Calibri"/>
              </a:rPr>
              <a:t>two-pointer merge-like algorithm</a:t>
            </a:r>
            <a:r>
              <a:rPr lang="en-US" sz="1400" b="0" strike="noStrike" spc="-1">
                <a:solidFill>
                  <a:schemeClr val="dk1">
                    <a:lumMod val="75000"/>
                    <a:lumOff val="25000"/>
                  </a:schemeClr>
                </a:solidFill>
                <a:latin typeface="Calibri"/>
              </a:rPr>
              <a:t> for neighbor intersection with linear complexity (d(u) + d(v)). Each thread still processes one edge, and all edges are handled in a </a:t>
            </a:r>
            <a:r>
              <a:rPr lang="en-US" sz="1400" b="1" strike="noStrike" spc="-1">
                <a:solidFill>
                  <a:schemeClr val="dk1">
                    <a:lumMod val="75000"/>
                    <a:lumOff val="25000"/>
                  </a:schemeClr>
                </a:solidFill>
                <a:latin typeface="Calibri"/>
              </a:rPr>
              <a:t>single kernel launch</a:t>
            </a:r>
            <a:r>
              <a:rPr lang="en-US" sz="1400" b="0" strike="noStrike" spc="-1">
                <a:solidFill>
                  <a:schemeClr val="dk1">
                    <a:lumMod val="75000"/>
                    <a:lumOff val="25000"/>
                  </a:schemeClr>
                </a:solidFill>
                <a:latin typeface="Calibri"/>
              </a:rPr>
              <a:t>, which greatly improves efficiency, especially for high-degree nodes.</a:t>
            </a:r>
          </a:p>
          <a:p>
            <a:pPr indent="0" defTabSz="914400">
              <a:lnSpc>
                <a:spcPct val="90000"/>
              </a:lnSpc>
              <a:spcBef>
                <a:spcPts val="1199"/>
              </a:spcBef>
              <a:spcAft>
                <a:spcPts val="201"/>
              </a:spcAft>
              <a:buNone/>
              <a:tabLst>
                <a:tab pos="0" algn="l"/>
              </a:tabLst>
            </a:pPr>
            <a:endParaRPr lang="en-US" sz="2000" b="0" strike="noStrike" spc="-1">
              <a:solidFill>
                <a:schemeClr val="dk1">
                  <a:lumMod val="75000"/>
                  <a:lumOff val="25000"/>
                </a:schemeClr>
              </a:solidFill>
              <a:latin typeface="Calibri"/>
            </a:endParaRPr>
          </a:p>
          <a:p>
            <a:pPr indent="0" defTabSz="914400">
              <a:lnSpc>
                <a:spcPct val="90000"/>
              </a:lnSpc>
              <a:spcBef>
                <a:spcPts val="1199"/>
              </a:spcBef>
              <a:spcAft>
                <a:spcPts val="201"/>
              </a:spcAft>
              <a:buNone/>
              <a:tabLst>
                <a:tab pos="0" algn="l"/>
              </a:tabLst>
            </a:pPr>
            <a:endParaRPr lang="en-US" sz="2000" b="0" strike="noStrike" spc="-1">
              <a:solidFill>
                <a:schemeClr val="dk1">
                  <a:lumMod val="75000"/>
                  <a:lumOff val="25000"/>
                </a:schemeClr>
              </a:solidFill>
              <a:latin typeface="Calibri"/>
            </a:endParaRPr>
          </a:p>
        </p:txBody>
      </p:sp>
      <p:pic>
        <p:nvPicPr>
          <p:cNvPr id="216" name="Picture 3"/>
          <p:cNvPicPr/>
          <p:nvPr/>
        </p:nvPicPr>
        <p:blipFill>
          <a:blip r:embed="rId2"/>
          <a:stretch/>
        </p:blipFill>
        <p:spPr>
          <a:xfrm>
            <a:off x="87480" y="88920"/>
            <a:ext cx="4980600" cy="3176280"/>
          </a:xfrm>
          <a:prstGeom prst="rect">
            <a:avLst/>
          </a:prstGeom>
          <a:ln w="0">
            <a:noFill/>
          </a:ln>
        </p:spPr>
      </p:pic>
      <p:sp>
        <p:nvSpPr>
          <p:cNvPr id="217" name="TextBox 5"/>
          <p:cNvSpPr/>
          <p:nvPr/>
        </p:nvSpPr>
        <p:spPr>
          <a:xfrm>
            <a:off x="418320" y="3592440"/>
            <a:ext cx="4625280" cy="1797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457200">
              <a:lnSpc>
                <a:spcPct val="100000"/>
              </a:lnSpc>
            </a:pPr>
            <a:r>
              <a:rPr lang="en-US" sz="1400" b="0" strike="noStrike" spc="-1">
                <a:solidFill>
                  <a:schemeClr val="dk1"/>
                </a:solidFill>
                <a:latin typeface="Calibri"/>
              </a:rPr>
              <a:t>The </a:t>
            </a:r>
            <a:r>
              <a:rPr lang="en-US" sz="1400" b="1" strike="noStrike" spc="-1">
                <a:solidFill>
                  <a:schemeClr val="dk1"/>
                </a:solidFill>
                <a:latin typeface="Calibri"/>
              </a:rPr>
              <a:t>V2_1 CUDA Edge Iterator</a:t>
            </a:r>
            <a:r>
              <a:rPr lang="en-US" sz="1400" b="0" strike="noStrike" spc="-1">
                <a:solidFill>
                  <a:schemeClr val="dk1"/>
                </a:solidFill>
                <a:latin typeface="Calibri"/>
              </a:rPr>
              <a:t> extends V2 by adding a </a:t>
            </a:r>
            <a:r>
              <a:rPr lang="en-US" sz="1400" b="1" strike="noStrike" spc="-1">
                <a:solidFill>
                  <a:schemeClr val="dk1"/>
                </a:solidFill>
                <a:latin typeface="Calibri"/>
              </a:rPr>
              <a:t>shared memory optimization</a:t>
            </a:r>
            <a:r>
              <a:rPr lang="en-US" sz="1400" b="0" strike="noStrike" spc="-1">
                <a:solidFill>
                  <a:schemeClr val="dk1"/>
                </a:solidFill>
                <a:latin typeface="Calibri"/>
              </a:rPr>
              <a:t>. Instead of one thread per edge, </a:t>
            </a:r>
            <a:r>
              <a:rPr lang="en-US" sz="1400" b="1" strike="noStrike" spc="-1">
                <a:solidFill>
                  <a:schemeClr val="dk1"/>
                </a:solidFill>
                <a:latin typeface="Calibri"/>
              </a:rPr>
              <a:t>each block manages a single edge</a:t>
            </a:r>
            <a:r>
              <a:rPr lang="en-US" sz="1400" b="0" strike="noStrike" spc="-1">
                <a:solidFill>
                  <a:schemeClr val="dk1"/>
                </a:solidFill>
                <a:latin typeface="Calibri"/>
              </a:rPr>
              <a:t>. Threads cooperatively load the adjacency lists of the edge’s endpoints into </a:t>
            </a:r>
            <a:r>
              <a:rPr lang="en-US" sz="1400" b="1" strike="noStrike" spc="-1">
                <a:solidFill>
                  <a:schemeClr val="dk1"/>
                </a:solidFill>
                <a:latin typeface="Calibri"/>
              </a:rPr>
              <a:t>shared memory</a:t>
            </a:r>
            <a:r>
              <a:rPr lang="en-US" sz="1400" b="0" strike="noStrike" spc="-1">
                <a:solidFill>
                  <a:schemeClr val="dk1"/>
                </a:solidFill>
                <a:latin typeface="Calibri"/>
              </a:rPr>
              <a:t>, synchronize, and then a single thread performs the </a:t>
            </a:r>
            <a:r>
              <a:rPr lang="en-US" sz="1400" b="1" strike="noStrike" spc="-1">
                <a:solidFill>
                  <a:schemeClr val="dk1"/>
                </a:solidFill>
                <a:latin typeface="Calibri"/>
              </a:rPr>
              <a:t>two-pointer merge-like intersection</a:t>
            </a:r>
            <a:r>
              <a:rPr lang="en-US" sz="1400" b="0" strike="noStrike" spc="-1">
                <a:solidFill>
                  <a:schemeClr val="dk1"/>
                </a:solidFill>
                <a:latin typeface="Calibri"/>
              </a:rPr>
              <a:t> on this faster local data. This reduces global memory latency when neighbor lists fit in shared memory.</a:t>
            </a:r>
            <a:endParaRPr lang="en-US" sz="1400" b="0" strike="noStrike" spc="-1">
              <a:solidFill>
                <a:srgbClr val="000000"/>
              </a:solidFill>
              <a:latin typeface="Arial"/>
            </a:endParaRPr>
          </a:p>
        </p:txBody>
      </p:sp>
      <p:pic>
        <p:nvPicPr>
          <p:cNvPr id="218" name="Picture 6"/>
          <p:cNvPicPr/>
          <p:nvPr/>
        </p:nvPicPr>
        <p:blipFill>
          <a:blip r:embed="rId3"/>
          <a:stretch/>
        </p:blipFill>
        <p:spPr>
          <a:xfrm>
            <a:off x="5547240" y="2759400"/>
            <a:ext cx="5719680" cy="3499920"/>
          </a:xfrm>
          <a:prstGeom prst="rect">
            <a:avLst/>
          </a:prstGeom>
          <a:ln w="0">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4949640" y="286560"/>
            <a:ext cx="6205680" cy="1450440"/>
          </a:xfrm>
          <a:prstGeom prst="rect">
            <a:avLst/>
          </a:prstGeom>
          <a:noFill/>
          <a:ln w="0">
            <a:noFill/>
          </a:ln>
        </p:spPr>
        <p:txBody>
          <a:bodyPr lIns="91440" tIns="45720" rIns="91440" bIns="45720" anchor="b">
            <a:noAutofit/>
          </a:bodyPr>
          <a:lstStyle/>
          <a:p>
            <a:pPr indent="0" defTabSz="914400">
              <a:lnSpc>
                <a:spcPct val="85000"/>
              </a:lnSpc>
              <a:buNone/>
            </a:pPr>
            <a:r>
              <a:rPr lang="en-US" sz="4800" b="0" strike="noStrike" spc="-52">
                <a:solidFill>
                  <a:schemeClr val="dk1">
                    <a:lumMod val="75000"/>
                    <a:lumOff val="25000"/>
                  </a:schemeClr>
                </a:solidFill>
                <a:latin typeface="Calibri Light"/>
              </a:rPr>
              <a:t>CUDA Parallel Forward Edge Iterator V2_2</a:t>
            </a:r>
            <a:endParaRPr lang="en-US" sz="4800" b="0" strike="noStrike" spc="-1">
              <a:solidFill>
                <a:schemeClr val="dk1"/>
              </a:solidFill>
              <a:latin typeface="Calibri"/>
            </a:endParaRPr>
          </a:p>
        </p:txBody>
      </p:sp>
      <p:sp>
        <p:nvSpPr>
          <p:cNvPr id="220" name="PlaceHolder 2"/>
          <p:cNvSpPr>
            <a:spLocks noGrp="1"/>
          </p:cNvSpPr>
          <p:nvPr>
            <p:ph/>
          </p:nvPr>
        </p:nvSpPr>
        <p:spPr>
          <a:xfrm>
            <a:off x="4949640" y="1845720"/>
            <a:ext cx="6205680" cy="1582920"/>
          </a:xfrm>
          <a:prstGeom prst="rect">
            <a:avLst/>
          </a:prstGeom>
          <a:noFill/>
          <a:ln w="0">
            <a:noFill/>
          </a:ln>
        </p:spPr>
        <p:txBody>
          <a:bodyPr lIns="0" tIns="45720" rIns="0" bIns="45720" anchor="t">
            <a:normAutofit/>
          </a:bodyPr>
          <a:lstStyle/>
          <a:p>
            <a:pPr marL="91440" indent="-91440" defTabSz="914400">
              <a:lnSpc>
                <a:spcPct val="90000"/>
              </a:lnSpc>
              <a:spcBef>
                <a:spcPts val="1199"/>
              </a:spcBef>
              <a:spcAft>
                <a:spcPts val="201"/>
              </a:spcAft>
              <a:buClr>
                <a:srgbClr val="E48312"/>
              </a:buClr>
              <a:buFont typeface="Calibri"/>
              <a:buChar char=" "/>
            </a:pPr>
            <a:r>
              <a:rPr lang="en-US" sz="1400" b="0" strike="noStrike" spc="-1">
                <a:solidFill>
                  <a:schemeClr val="dk1">
                    <a:lumMod val="75000"/>
                    <a:lumOff val="25000"/>
                  </a:schemeClr>
                </a:solidFill>
                <a:latin typeface="Calibri"/>
              </a:rPr>
              <a:t>The </a:t>
            </a:r>
            <a:r>
              <a:rPr lang="en-US" sz="1400" b="1" strike="noStrike" spc="-1">
                <a:solidFill>
                  <a:schemeClr val="dk1">
                    <a:lumMod val="75000"/>
                    <a:lumOff val="25000"/>
                  </a:schemeClr>
                </a:solidFill>
                <a:latin typeface="Calibri"/>
              </a:rPr>
              <a:t>V2_2 CUDA Edge Iterator</a:t>
            </a:r>
            <a:r>
              <a:rPr lang="en-US" sz="1400" b="0" strike="noStrike" spc="-1">
                <a:solidFill>
                  <a:schemeClr val="dk1">
                    <a:lumMod val="75000"/>
                    <a:lumOff val="25000"/>
                  </a:schemeClr>
                </a:solidFill>
                <a:latin typeface="Calibri"/>
              </a:rPr>
              <a:t> keeps the </a:t>
            </a:r>
            <a:r>
              <a:rPr lang="en-US" sz="1400" b="1" strike="noStrike" spc="-1">
                <a:solidFill>
                  <a:schemeClr val="dk1">
                    <a:lumMod val="75000"/>
                    <a:lumOff val="25000"/>
                  </a:schemeClr>
                </a:solidFill>
                <a:latin typeface="Calibri"/>
              </a:rPr>
              <a:t>two-pointer merge-like algorithm</a:t>
            </a:r>
            <a:r>
              <a:rPr lang="en-US" sz="1400" b="0" strike="noStrike" spc="-1">
                <a:solidFill>
                  <a:schemeClr val="dk1">
                    <a:lumMod val="75000"/>
                    <a:lumOff val="25000"/>
                  </a:schemeClr>
                </a:solidFill>
                <a:latin typeface="Calibri"/>
              </a:rPr>
              <a:t> and also uses </a:t>
            </a:r>
            <a:r>
              <a:rPr lang="en-US" sz="1400" b="1" strike="noStrike" spc="-1">
                <a:solidFill>
                  <a:schemeClr val="dk1">
                    <a:lumMod val="75000"/>
                    <a:lumOff val="25000"/>
                  </a:schemeClr>
                </a:solidFill>
                <a:latin typeface="Calibri"/>
              </a:rPr>
              <a:t>shared memory</a:t>
            </a:r>
            <a:r>
              <a:rPr lang="en-US" sz="1400" b="0" strike="noStrike" spc="-1">
                <a:solidFill>
                  <a:schemeClr val="dk1">
                    <a:lumMod val="75000"/>
                    <a:lumOff val="25000"/>
                  </a:schemeClr>
                </a:solidFill>
                <a:latin typeface="Calibri"/>
              </a:rPr>
              <a:t>, but with a different mapping than V2_1. Here, </a:t>
            </a:r>
            <a:r>
              <a:rPr lang="en-US" sz="1400" b="1" strike="noStrike" spc="-1">
                <a:solidFill>
                  <a:schemeClr val="dk1">
                    <a:lumMod val="75000"/>
                    <a:lumOff val="25000"/>
                  </a:schemeClr>
                </a:solidFill>
                <a:latin typeface="Calibri"/>
              </a:rPr>
              <a:t>one thread manages one edge</a:t>
            </a:r>
            <a:r>
              <a:rPr lang="en-US" sz="1400" b="0" strike="noStrike" spc="-1">
                <a:solidFill>
                  <a:schemeClr val="dk1">
                    <a:lumMod val="75000"/>
                    <a:lumOff val="25000"/>
                  </a:schemeClr>
                </a:solidFill>
                <a:latin typeface="Calibri"/>
              </a:rPr>
              <a:t> (like V2), but each thread tries to load its edge’s adjacency lists into a </a:t>
            </a:r>
            <a:r>
              <a:rPr lang="en-US" sz="1400" b="1" strike="noStrike" spc="-1">
                <a:solidFill>
                  <a:schemeClr val="dk1">
                    <a:lumMod val="75000"/>
                    <a:lumOff val="25000"/>
                  </a:schemeClr>
                </a:solidFill>
                <a:latin typeface="Calibri"/>
              </a:rPr>
              <a:t>dynamically allocated portion of shared memory</a:t>
            </a:r>
            <a:r>
              <a:rPr lang="en-US" sz="1400" b="0" strike="noStrike" spc="-1">
                <a:solidFill>
                  <a:schemeClr val="dk1">
                    <a:lumMod val="75000"/>
                    <a:lumOff val="25000"/>
                  </a:schemeClr>
                </a:solidFill>
                <a:latin typeface="Calibri"/>
              </a:rPr>
              <a:t> before performing the intersection. This allows multiple edges to be processed in parallel within a block, each gaining faster access if their lists fit in memory.</a:t>
            </a:r>
          </a:p>
          <a:p>
            <a:pPr indent="0" defTabSz="914400">
              <a:lnSpc>
                <a:spcPct val="90000"/>
              </a:lnSpc>
              <a:spcBef>
                <a:spcPts val="1199"/>
              </a:spcBef>
              <a:spcAft>
                <a:spcPts val="201"/>
              </a:spcAft>
              <a:buNone/>
            </a:pPr>
            <a:endParaRPr lang="en-US" sz="1400" b="0" strike="noStrike" spc="-1">
              <a:solidFill>
                <a:schemeClr val="dk1">
                  <a:lumMod val="75000"/>
                  <a:lumOff val="25000"/>
                </a:schemeClr>
              </a:solidFill>
              <a:latin typeface="Calibri"/>
            </a:endParaRPr>
          </a:p>
        </p:txBody>
      </p:sp>
      <p:pic>
        <p:nvPicPr>
          <p:cNvPr id="221" name="Picture 3"/>
          <p:cNvPicPr/>
          <p:nvPr/>
        </p:nvPicPr>
        <p:blipFill>
          <a:blip r:embed="rId2"/>
          <a:stretch/>
        </p:blipFill>
        <p:spPr>
          <a:xfrm>
            <a:off x="246960" y="1605240"/>
            <a:ext cx="4701960" cy="2862360"/>
          </a:xfrm>
          <a:prstGeom prst="rect">
            <a:avLst/>
          </a:prstGeom>
          <a:ln w="0">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4760640" y="286560"/>
            <a:ext cx="6394680" cy="1450440"/>
          </a:xfrm>
          <a:prstGeom prst="rect">
            <a:avLst/>
          </a:prstGeom>
          <a:noFill/>
          <a:ln w="0">
            <a:noFill/>
          </a:ln>
        </p:spPr>
        <p:txBody>
          <a:bodyPr lIns="91440" tIns="45720" rIns="91440" bIns="45720" anchor="b">
            <a:noAutofit/>
          </a:bodyPr>
          <a:lstStyle/>
          <a:p>
            <a:pPr indent="0" defTabSz="914400">
              <a:lnSpc>
                <a:spcPct val="85000"/>
              </a:lnSpc>
              <a:buNone/>
            </a:pPr>
            <a:r>
              <a:rPr lang="en-US" sz="4800" b="0" strike="noStrike" spc="-52">
                <a:solidFill>
                  <a:schemeClr val="dk1">
                    <a:lumMod val="75000"/>
                    <a:lumOff val="25000"/>
                  </a:schemeClr>
                </a:solidFill>
                <a:latin typeface="Calibri Light"/>
              </a:rPr>
              <a:t>CUDA Parallel Forward Edge Iterator V3</a:t>
            </a:r>
            <a:endParaRPr lang="en-US" sz="4800" b="0" strike="noStrike" spc="-1">
              <a:solidFill>
                <a:schemeClr val="dk1"/>
              </a:solidFill>
              <a:latin typeface="Calibri"/>
            </a:endParaRPr>
          </a:p>
        </p:txBody>
      </p:sp>
      <p:sp>
        <p:nvSpPr>
          <p:cNvPr id="223" name="PlaceHolder 2"/>
          <p:cNvSpPr>
            <a:spLocks noGrp="1"/>
          </p:cNvSpPr>
          <p:nvPr>
            <p:ph/>
          </p:nvPr>
        </p:nvSpPr>
        <p:spPr>
          <a:xfrm>
            <a:off x="4760640" y="1845720"/>
            <a:ext cx="6394680" cy="4023000"/>
          </a:xfrm>
          <a:prstGeom prst="rect">
            <a:avLst/>
          </a:prstGeom>
          <a:noFill/>
          <a:ln w="0">
            <a:noFill/>
          </a:ln>
        </p:spPr>
        <p:txBody>
          <a:bodyPr lIns="0" tIns="45720" rIns="0" bIns="45720" anchor="t">
            <a:normAutofit/>
          </a:bodyPr>
          <a:lstStyle/>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The </a:t>
            </a:r>
            <a:r>
              <a:rPr lang="en-US" sz="2000" b="1" strike="noStrike" spc="-1">
                <a:solidFill>
                  <a:schemeClr val="dk1">
                    <a:lumMod val="75000"/>
                    <a:lumOff val="25000"/>
                  </a:schemeClr>
                </a:solidFill>
                <a:latin typeface="Calibri"/>
              </a:rPr>
              <a:t>V3 CUDA Edge Iterator</a:t>
            </a:r>
            <a:r>
              <a:rPr lang="en-US" sz="2000" b="0" strike="noStrike" spc="-1">
                <a:solidFill>
                  <a:schemeClr val="dk1">
                    <a:lumMod val="75000"/>
                    <a:lumOff val="25000"/>
                  </a:schemeClr>
                </a:solidFill>
                <a:latin typeface="Calibri"/>
              </a:rPr>
              <a:t> addresses the </a:t>
            </a:r>
            <a:r>
              <a:rPr lang="en-US" sz="2000" b="1" strike="noStrike" spc="-1">
                <a:solidFill>
                  <a:schemeClr val="dk1">
                    <a:lumMod val="75000"/>
                    <a:lumOff val="25000"/>
                  </a:schemeClr>
                </a:solidFill>
                <a:latin typeface="Calibri"/>
              </a:rPr>
              <a:t>scalability issues</a:t>
            </a:r>
            <a:r>
              <a:rPr lang="en-US" sz="2000" b="0" strike="noStrike" spc="-1">
                <a:solidFill>
                  <a:schemeClr val="dk1">
                    <a:lumMod val="75000"/>
                    <a:lumOff val="25000"/>
                  </a:schemeClr>
                </a:solidFill>
                <a:latin typeface="Calibri"/>
              </a:rPr>
              <a:t> of previous versions, where larger block sizes caused performance degradation. V3 introduces a </a:t>
            </a:r>
            <a:r>
              <a:rPr lang="en-US" sz="2000" b="1" strike="noStrike" spc="-1">
                <a:solidFill>
                  <a:schemeClr val="dk1">
                    <a:lumMod val="75000"/>
                    <a:lumOff val="25000"/>
                  </a:schemeClr>
                </a:solidFill>
                <a:latin typeface="Calibri"/>
              </a:rPr>
              <a:t>dynamic work queue</a:t>
            </a:r>
            <a:r>
              <a:rPr lang="en-US" sz="2000" b="0" strike="noStrike" spc="-1">
                <a:solidFill>
                  <a:schemeClr val="dk1">
                    <a:lumMod val="75000"/>
                    <a:lumOff val="25000"/>
                  </a:schemeClr>
                </a:solidFill>
                <a:latin typeface="Calibri"/>
              </a:rPr>
              <a:t> for edge iteration: threads fetch new edges from a global queue as they finish previous work. This improves </a:t>
            </a:r>
            <a:r>
              <a:rPr lang="en-US" sz="2000" b="1" strike="noStrike" spc="-1">
                <a:solidFill>
                  <a:schemeClr val="dk1">
                    <a:lumMod val="75000"/>
                    <a:lumOff val="25000"/>
                  </a:schemeClr>
                </a:solidFill>
                <a:latin typeface="Calibri"/>
              </a:rPr>
              <a:t>load balancing</a:t>
            </a:r>
            <a:r>
              <a:rPr lang="en-US" sz="2000" b="0" strike="noStrike" spc="-1">
                <a:solidFill>
                  <a:schemeClr val="dk1">
                    <a:lumMod val="75000"/>
                    <a:lumOff val="25000"/>
                  </a:schemeClr>
                </a:solidFill>
                <a:latin typeface="Calibri"/>
              </a:rPr>
              <a:t>, since threads handling lighter edges can continue working instead of remaining idle, leading to better resource utilization.</a:t>
            </a:r>
          </a:p>
          <a:p>
            <a:pPr marL="91440" indent="-91440" defTabSz="914400">
              <a:lnSpc>
                <a:spcPct val="90000"/>
              </a:lnSpc>
              <a:spcBef>
                <a:spcPts val="1199"/>
              </a:spcBef>
              <a:spcAft>
                <a:spcPts val="201"/>
              </a:spcAft>
              <a:buClr>
                <a:srgbClr val="E48312"/>
              </a:buClr>
              <a:buFont typeface="Calibri"/>
              <a:buChar char=" "/>
            </a:pPr>
            <a:r>
              <a:rPr lang="en-US" sz="2000" b="0" strike="noStrike" spc="-1">
                <a:solidFill>
                  <a:schemeClr val="dk1">
                    <a:lumMod val="75000"/>
                    <a:lumOff val="25000"/>
                  </a:schemeClr>
                </a:solidFill>
                <a:latin typeface="Calibri"/>
              </a:rPr>
              <a:t>A hybrid variant (</a:t>
            </a:r>
            <a:r>
              <a:rPr lang="en-US" sz="2000" b="1" strike="noStrike" spc="-1">
                <a:solidFill>
                  <a:schemeClr val="dk1">
                    <a:lumMod val="75000"/>
                    <a:lumOff val="25000"/>
                  </a:schemeClr>
                </a:solidFill>
                <a:latin typeface="Calibri"/>
              </a:rPr>
              <a:t>V3_1</a:t>
            </a:r>
            <a:r>
              <a:rPr lang="en-US" sz="2000" b="0" strike="noStrike" spc="-1">
                <a:solidFill>
                  <a:schemeClr val="dk1">
                    <a:lumMod val="75000"/>
                    <a:lumOff val="25000"/>
                  </a:schemeClr>
                </a:solidFill>
                <a:latin typeface="Calibri"/>
              </a:rPr>
              <a:t>) combines static block assignment with dynamic scheduling inside each block using </a:t>
            </a:r>
            <a:r>
              <a:rPr lang="en-US" sz="2000" b="1" strike="noStrike" spc="-1">
                <a:solidFill>
                  <a:schemeClr val="dk1">
                    <a:lumMod val="75000"/>
                    <a:lumOff val="25000"/>
                  </a:schemeClr>
                </a:solidFill>
                <a:latin typeface="Calibri"/>
              </a:rPr>
              <a:t>shared memory</a:t>
            </a:r>
            <a:r>
              <a:rPr lang="en-US" sz="2000" b="0" strike="noStrike" spc="-1">
                <a:solidFill>
                  <a:schemeClr val="dk1">
                    <a:lumMod val="75000"/>
                    <a:lumOff val="25000"/>
                  </a:schemeClr>
                </a:solidFill>
                <a:latin typeface="Calibri"/>
              </a:rPr>
              <a:t>, reducing execution time by ~</a:t>
            </a:r>
            <a:r>
              <a:rPr lang="en-US" sz="2000" b="1" strike="noStrike" spc="-1">
                <a:solidFill>
                  <a:schemeClr val="dk1">
                    <a:lumMod val="75000"/>
                    <a:lumOff val="25000"/>
                  </a:schemeClr>
                </a:solidFill>
                <a:latin typeface="Calibri"/>
              </a:rPr>
              <a:t>15%</a:t>
            </a:r>
            <a:r>
              <a:rPr lang="en-US" sz="2000" b="0" strike="noStrike" spc="-1">
                <a:solidFill>
                  <a:schemeClr val="dk1">
                    <a:lumMod val="75000"/>
                    <a:lumOff val="25000"/>
                  </a:schemeClr>
                </a:solidFill>
                <a:latin typeface="Calibri"/>
              </a:rPr>
              <a:t> (from 35 ms to 30 ms at BLOCK_SIZE = 8).</a:t>
            </a:r>
          </a:p>
          <a:p>
            <a:pPr indent="0" defTabSz="914400">
              <a:lnSpc>
                <a:spcPct val="90000"/>
              </a:lnSpc>
              <a:spcBef>
                <a:spcPts val="1199"/>
              </a:spcBef>
              <a:spcAft>
                <a:spcPts val="201"/>
              </a:spcAft>
              <a:buNone/>
            </a:pPr>
            <a:endParaRPr lang="en-US" sz="2000" b="0" strike="noStrike" spc="-1">
              <a:solidFill>
                <a:schemeClr val="dk1">
                  <a:lumMod val="75000"/>
                  <a:lumOff val="25000"/>
                </a:schemeClr>
              </a:solidFill>
              <a:latin typeface="Calibri"/>
            </a:endParaRPr>
          </a:p>
        </p:txBody>
      </p:sp>
      <p:pic>
        <p:nvPicPr>
          <p:cNvPr id="224" name="Picture 3"/>
          <p:cNvPicPr/>
          <p:nvPr/>
        </p:nvPicPr>
        <p:blipFill>
          <a:blip r:embed="rId2"/>
          <a:stretch/>
        </p:blipFill>
        <p:spPr>
          <a:xfrm>
            <a:off x="326880" y="485280"/>
            <a:ext cx="4300200" cy="2720520"/>
          </a:xfrm>
          <a:prstGeom prst="rect">
            <a:avLst/>
          </a:prstGeom>
          <a:ln w="0">
            <a:noFill/>
          </a:ln>
        </p:spPr>
      </p:pic>
      <p:pic>
        <p:nvPicPr>
          <p:cNvPr id="225" name="Picture 4"/>
          <p:cNvPicPr/>
          <p:nvPr/>
        </p:nvPicPr>
        <p:blipFill>
          <a:blip r:embed="rId3"/>
          <a:stretch/>
        </p:blipFill>
        <p:spPr>
          <a:xfrm>
            <a:off x="238320" y="3229560"/>
            <a:ext cx="4406760" cy="2775600"/>
          </a:xfrm>
          <a:prstGeom prst="rect">
            <a:avLst/>
          </a:prstGeom>
          <a:ln w="0">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26" name="Rectangle 26">
            <a:extLst>
              <a:ext uri="{C183D7F6-B498-43B3-948B-1728B52AA6E4}">
                <adec:decorative xmlns:adec="http://schemas.microsoft.com/office/drawing/2017/decorative" val="1"/>
              </a:ext>
            </a:extLst>
          </p:cNvPr>
          <p:cNvSpPr/>
          <p:nvPr/>
        </p:nvSpPr>
        <p:spPr>
          <a:xfrm>
            <a:off x="3240" y="6400800"/>
            <a:ext cx="1218852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defTabSz="457200">
              <a:lnSpc>
                <a:spcPct val="100000"/>
              </a:lnSpc>
            </a:pPr>
            <a:endParaRPr lang="it-IT" sz="1800" b="0" strike="noStrike" spc="-1">
              <a:solidFill>
                <a:schemeClr val="lt1"/>
              </a:solidFill>
              <a:latin typeface="Calibri"/>
            </a:endParaRPr>
          </a:p>
        </p:txBody>
      </p:sp>
      <p:sp>
        <p:nvSpPr>
          <p:cNvPr id="227" name="Rectangle 28">
            <a:extLst>
              <a:ext uri="{C183D7F6-B498-43B3-948B-1728B52AA6E4}">
                <adec:decorative xmlns:adec="http://schemas.microsoft.com/office/drawing/2017/decorative" val="1"/>
              </a:ext>
            </a:extLst>
          </p:cNvPr>
          <p:cNvSpPr/>
          <p:nvPr/>
        </p:nvSpPr>
        <p:spPr>
          <a:xfrm>
            <a:off x="0" y="633420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19080" rIns="90000" bIns="19080" anchor="t">
            <a:noAutofit/>
          </a:bodyPr>
          <a:lstStyle/>
          <a:p>
            <a:pPr defTabSz="457200">
              <a:lnSpc>
                <a:spcPct val="100000"/>
              </a:lnSpc>
            </a:pPr>
            <a:endParaRPr lang="it-IT" sz="1800" b="0" strike="noStrike" spc="-1">
              <a:solidFill>
                <a:schemeClr val="lt1"/>
              </a:solidFill>
              <a:latin typeface="Calibri"/>
            </a:endParaRPr>
          </a:p>
        </p:txBody>
      </p:sp>
      <p:cxnSp>
        <p:nvCxnSpPr>
          <p:cNvPr id="228" name="Straight Connector 30">
            <a:extLst>
              <a:ext uri="{C183D7F6-B498-43B3-948B-1728B52AA6E4}">
                <adec:decorative xmlns:adec="http://schemas.microsoft.com/office/drawing/2017/decorative" val="1"/>
              </a:ext>
            </a:extLst>
          </p:cNvPr>
          <p:cNvCxnSpPr/>
          <p:nvPr/>
        </p:nvCxnSpPr>
        <p:spPr>
          <a:xfrm>
            <a:off x="1207440" y="4343400"/>
            <a:ext cx="9875880" cy="360"/>
          </a:xfrm>
          <a:prstGeom prst="straightConnector1">
            <a:avLst/>
          </a:prstGeom>
          <a:ln w="6350">
            <a:solidFill>
              <a:srgbClr val="000000">
                <a:lumMod val="50000"/>
                <a:lumOff val="50000"/>
              </a:srgbClr>
            </a:solidFill>
            <a:round/>
          </a:ln>
        </p:spPr>
      </p:cxnSp>
      <p:sp useBgFill="1">
        <p:nvSpPr>
          <p:cNvPr id="229" name="Rectangle 32">
            <a:extLst>
              <a:ext uri="{C183D7F6-B498-43B3-948B-1728B52AA6E4}">
                <adec:decorative xmlns:adec="http://schemas.microsoft.com/office/drawing/2017/decorative" val="1"/>
              </a:ext>
            </a:extLst>
          </p:cNvPr>
          <p:cNvSpPr/>
          <p:nvPr/>
        </p:nvSpPr>
        <p:spPr>
          <a:xfrm>
            <a:off x="0" y="0"/>
            <a:ext cx="12191760" cy="63338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sp>
        <p:nvSpPr>
          <p:cNvPr id="230" name="PlaceHolder 1"/>
          <p:cNvSpPr>
            <a:spLocks noGrp="1"/>
          </p:cNvSpPr>
          <p:nvPr>
            <p:ph type="title"/>
          </p:nvPr>
        </p:nvSpPr>
        <p:spPr>
          <a:xfrm>
            <a:off x="633960" y="4550400"/>
            <a:ext cx="10908720" cy="1057320"/>
          </a:xfrm>
          <a:prstGeom prst="rect">
            <a:avLst/>
          </a:prstGeom>
          <a:noFill/>
          <a:ln w="0">
            <a:noFill/>
          </a:ln>
        </p:spPr>
        <p:txBody>
          <a:bodyPr lIns="91440" tIns="45720" rIns="91440" bIns="45720" anchor="b">
            <a:normAutofit fontScale="90434"/>
          </a:bodyPr>
          <a:lstStyle/>
          <a:p>
            <a:pPr indent="0" defTabSz="914400">
              <a:lnSpc>
                <a:spcPct val="85000"/>
              </a:lnSpc>
              <a:buNone/>
            </a:pPr>
            <a:r>
              <a:rPr lang="en-US" sz="5100" b="0" strike="noStrike" spc="-52">
                <a:solidFill>
                  <a:schemeClr val="dk1">
                    <a:lumMod val="85000"/>
                    <a:lumOff val="15000"/>
                  </a:schemeClr>
                </a:solidFill>
                <a:latin typeface="Calibri Light"/>
              </a:rPr>
              <a:t>CUDA Parallel Edge V3: final comparison</a:t>
            </a:r>
            <a:endParaRPr lang="en-US" sz="5100" b="0" strike="noStrike" spc="-1">
              <a:solidFill>
                <a:schemeClr val="dk1"/>
              </a:solidFill>
              <a:latin typeface="Calibri"/>
            </a:endParaRPr>
          </a:p>
        </p:txBody>
      </p:sp>
      <p:pic>
        <p:nvPicPr>
          <p:cNvPr id="231" name="Content Placeholder 4"/>
          <p:cNvPicPr/>
          <p:nvPr/>
        </p:nvPicPr>
        <p:blipFill>
          <a:blip r:embed="rId2"/>
          <a:stretch/>
        </p:blipFill>
        <p:spPr>
          <a:xfrm>
            <a:off x="635400" y="953280"/>
            <a:ext cx="5131440" cy="2976120"/>
          </a:xfrm>
          <a:prstGeom prst="rect">
            <a:avLst/>
          </a:prstGeom>
          <a:ln w="0">
            <a:noFill/>
          </a:ln>
        </p:spPr>
      </p:pic>
      <p:sp>
        <p:nvSpPr>
          <p:cNvPr id="232" name="Rectangle 34">
            <a:extLst>
              <a:ext uri="{C183D7F6-B498-43B3-948B-1728B52AA6E4}">
                <adec:decorative xmlns:adec="http://schemas.microsoft.com/office/drawing/2017/decorative" val="1"/>
              </a:ext>
            </a:extLst>
          </p:cNvPr>
          <p:cNvSpPr/>
          <p:nvPr/>
        </p:nvSpPr>
        <p:spPr>
          <a:xfrm>
            <a:off x="6063840" y="887040"/>
            <a:ext cx="63720" cy="3108600"/>
          </a:xfrm>
          <a:prstGeom prst="rect">
            <a:avLst/>
          </a:prstGeom>
          <a:solidFill>
            <a:srgbClr val="E4831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pic>
        <p:nvPicPr>
          <p:cNvPr id="233" name="Picture 6"/>
          <p:cNvPicPr/>
          <p:nvPr/>
        </p:nvPicPr>
        <p:blipFill>
          <a:blip r:embed="rId3"/>
          <a:stretch/>
        </p:blipFill>
        <p:spPr>
          <a:xfrm>
            <a:off x="6424920" y="867600"/>
            <a:ext cx="5117760" cy="3147480"/>
          </a:xfrm>
          <a:prstGeom prst="rect">
            <a:avLst/>
          </a:prstGeom>
          <a:ln w="0">
            <a:noFill/>
          </a:ln>
        </p:spPr>
      </p:pic>
      <p:cxnSp>
        <p:nvCxnSpPr>
          <p:cNvPr id="234" name="Straight Connector 36">
            <a:extLst>
              <a:ext uri="{C183D7F6-B498-43B3-948B-1728B52AA6E4}">
                <adec:decorative xmlns:adec="http://schemas.microsoft.com/office/drawing/2017/decorative" val="1"/>
              </a:ext>
            </a:extLst>
          </p:cNvPr>
          <p:cNvCxnSpPr/>
          <p:nvPr/>
        </p:nvCxnSpPr>
        <p:spPr>
          <a:xfrm>
            <a:off x="721080" y="5618520"/>
            <a:ext cx="10515960" cy="360"/>
          </a:xfrm>
          <a:prstGeom prst="straightConnector1">
            <a:avLst/>
          </a:prstGeom>
          <a:ln w="6350">
            <a:solidFill>
              <a:srgbClr val="637052">
                <a:alpha val="90000"/>
              </a:srgbClr>
            </a:solidFill>
            <a:round/>
          </a:ln>
        </p:spPr>
      </p:cxnSp>
      <p:sp>
        <p:nvSpPr>
          <p:cNvPr id="235" name="Rectangle 38">
            <a:extLst>
              <a:ext uri="{C183D7F6-B498-43B3-948B-1728B52AA6E4}">
                <adec:decorative xmlns:adec="http://schemas.microsoft.com/office/drawing/2017/decorative" val="1"/>
              </a:ext>
            </a:extLst>
          </p:cNvPr>
          <p:cNvSpPr/>
          <p:nvPr/>
        </p:nvSpPr>
        <p:spPr>
          <a:xfrm>
            <a:off x="0" y="6334200"/>
            <a:ext cx="12191760" cy="66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1600" rIns="90000" bIns="21600" anchor="t">
            <a:noAutofit/>
          </a:bodyPr>
          <a:lstStyle/>
          <a:p>
            <a:pPr defTabSz="457200">
              <a:lnSpc>
                <a:spcPct val="100000"/>
              </a:lnSpc>
            </a:pPr>
            <a:endParaRPr lang="it-IT" sz="1800" b="0" strike="noStrike" spc="-1">
              <a:solidFill>
                <a:schemeClr val="lt1"/>
              </a:solidFill>
              <a:latin typeface="Calibri"/>
            </a:endParaRPr>
          </a:p>
        </p:txBody>
      </p:sp>
      <p:sp>
        <p:nvSpPr>
          <p:cNvPr id="236" name="Rectangle 40">
            <a:extLst>
              <a:ext uri="{C183D7F6-B498-43B3-948B-1728B52AA6E4}">
                <adec:decorative xmlns:adec="http://schemas.microsoft.com/office/drawing/2017/decorative" val="1"/>
              </a:ext>
            </a:extLst>
          </p:cNvPr>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defTabSz="457200">
              <a:lnSpc>
                <a:spcPct val="100000"/>
              </a:lnSpc>
            </a:pPr>
            <a:endParaRPr lang="it-IT" sz="1800" b="0" strike="noStrike" spc="-1">
              <a:solidFill>
                <a:schemeClr val="lt1"/>
              </a:solidFill>
              <a:latin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237" name="Rectangle 9">
            <a:extLst>
              <a:ext uri="{C183D7F6-B498-43B3-948B-1728B52AA6E4}">
                <adec:decorative xmlns:adec="http://schemas.microsoft.com/office/drawing/2017/decorative" val="1"/>
              </a:ext>
            </a:extLst>
          </p:cNvPr>
          <p:cNvSpPr/>
          <p:nvPr/>
        </p:nvSpPr>
        <p:spPr>
          <a:xfrm>
            <a:off x="0" y="0"/>
            <a:ext cx="12191760" cy="63338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a:endParaRPr>
          </a:p>
        </p:txBody>
      </p:sp>
      <p:sp>
        <p:nvSpPr>
          <p:cNvPr id="238" name="PlaceHolder 1"/>
          <p:cNvSpPr>
            <a:spLocks noGrp="1"/>
          </p:cNvSpPr>
          <p:nvPr>
            <p:ph type="title"/>
          </p:nvPr>
        </p:nvSpPr>
        <p:spPr>
          <a:xfrm>
            <a:off x="5144760" y="635040"/>
            <a:ext cx="6404760" cy="1450440"/>
          </a:xfrm>
          <a:prstGeom prst="rect">
            <a:avLst/>
          </a:prstGeom>
          <a:noFill/>
          <a:ln w="0">
            <a:noFill/>
          </a:ln>
        </p:spPr>
        <p:txBody>
          <a:bodyPr lIns="91440" tIns="45720" rIns="91440" bIns="45720" anchor="b">
            <a:normAutofit fontScale="91893"/>
          </a:bodyPr>
          <a:lstStyle/>
          <a:p>
            <a:pPr indent="0" defTabSz="914400">
              <a:lnSpc>
                <a:spcPct val="85000"/>
              </a:lnSpc>
              <a:buNone/>
            </a:pPr>
            <a:r>
              <a:rPr lang="it-IT" sz="4800" b="0" strike="noStrike" spc="-52" dirty="0" err="1">
                <a:solidFill>
                  <a:schemeClr val="dk1">
                    <a:lumMod val="75000"/>
                    <a:lumOff val="25000"/>
                  </a:schemeClr>
                </a:solidFill>
                <a:latin typeface="Calibri Light"/>
              </a:rPr>
              <a:t>Parallel</a:t>
            </a:r>
            <a:r>
              <a:rPr lang="it-IT" sz="4800" b="0" strike="noStrike" spc="-52" dirty="0">
                <a:solidFill>
                  <a:schemeClr val="dk1">
                    <a:lumMod val="75000"/>
                    <a:lumOff val="25000"/>
                  </a:schemeClr>
                </a:solidFill>
                <a:latin typeface="Calibri Light"/>
              </a:rPr>
              <a:t> (C++) Matrix </a:t>
            </a:r>
            <a:r>
              <a:rPr lang="it-IT" sz="4800" b="0" strike="noStrike" spc="-52" dirty="0" err="1">
                <a:solidFill>
                  <a:schemeClr val="dk1">
                    <a:lumMod val="75000"/>
                    <a:lumOff val="25000"/>
                  </a:schemeClr>
                </a:solidFill>
                <a:latin typeface="Calibri Light"/>
              </a:rPr>
              <a:t>Multiplication</a:t>
            </a:r>
            <a:r>
              <a:rPr lang="it-IT" sz="4800" b="0" strike="noStrike" spc="-52" dirty="0">
                <a:solidFill>
                  <a:schemeClr val="dk1">
                    <a:lumMod val="75000"/>
                    <a:lumOff val="25000"/>
                  </a:schemeClr>
                </a:solidFill>
                <a:latin typeface="Calibri Light"/>
              </a:rPr>
              <a:t> </a:t>
            </a:r>
            <a:r>
              <a:rPr lang="it-IT" sz="4800" b="0" strike="noStrike" spc="-52" dirty="0" err="1">
                <a:solidFill>
                  <a:schemeClr val="dk1">
                    <a:lumMod val="75000"/>
                    <a:lumOff val="25000"/>
                  </a:schemeClr>
                </a:solidFill>
                <a:latin typeface="Calibri Light"/>
              </a:rPr>
              <a:t>Algorithm</a:t>
            </a:r>
            <a:endParaRPr lang="en-US" sz="4800" b="0" strike="noStrike" spc="-1" dirty="0">
              <a:solidFill>
                <a:schemeClr val="dk1"/>
              </a:solidFill>
              <a:latin typeface="Calibri"/>
            </a:endParaRPr>
          </a:p>
        </p:txBody>
      </p:sp>
      <p:pic>
        <p:nvPicPr>
          <p:cNvPr id="239" name="Picture 3"/>
          <p:cNvPicPr/>
          <p:nvPr/>
        </p:nvPicPr>
        <p:blipFill>
          <a:blip r:embed="rId2"/>
          <a:stretch/>
        </p:blipFill>
        <p:spPr>
          <a:xfrm>
            <a:off x="655200" y="581040"/>
            <a:ext cx="3977280" cy="2475720"/>
          </a:xfrm>
          <a:prstGeom prst="rect">
            <a:avLst/>
          </a:prstGeom>
          <a:ln w="0">
            <a:noFill/>
          </a:ln>
        </p:spPr>
      </p:pic>
      <p:cxnSp>
        <p:nvCxnSpPr>
          <p:cNvPr id="240" name="Straight Connector 11">
            <a:extLst>
              <a:ext uri="{C183D7F6-B498-43B3-948B-1728B52AA6E4}">
                <adec:decorative xmlns:adec="http://schemas.microsoft.com/office/drawing/2017/decorative" val="1"/>
              </a:ext>
            </a:extLst>
          </p:cNvPr>
          <p:cNvCxnSpPr/>
          <p:nvPr/>
        </p:nvCxnSpPr>
        <p:spPr>
          <a:xfrm>
            <a:off x="5181120" y="2085840"/>
            <a:ext cx="5852520" cy="360"/>
          </a:xfrm>
          <a:prstGeom prst="straightConnector1">
            <a:avLst/>
          </a:prstGeom>
          <a:ln w="6350">
            <a:solidFill>
              <a:srgbClr val="000000">
                <a:lumMod val="50000"/>
                <a:lumOff val="50000"/>
                <a:alpha val="90000"/>
              </a:srgbClr>
            </a:solidFill>
            <a:round/>
          </a:ln>
        </p:spPr>
      </p:cxnSp>
      <p:pic>
        <p:nvPicPr>
          <p:cNvPr id="241" name="Picture 4"/>
          <p:cNvPicPr/>
          <p:nvPr/>
        </p:nvPicPr>
        <p:blipFill>
          <a:blip r:embed="rId3"/>
          <a:stretch/>
        </p:blipFill>
        <p:spPr>
          <a:xfrm>
            <a:off x="663120" y="3218040"/>
            <a:ext cx="3961440" cy="2475720"/>
          </a:xfrm>
          <a:prstGeom prst="rect">
            <a:avLst/>
          </a:prstGeom>
          <a:ln w="0">
            <a:noFill/>
          </a:ln>
        </p:spPr>
      </p:pic>
      <p:sp>
        <p:nvSpPr>
          <p:cNvPr id="242" name="PlaceHolder 2"/>
          <p:cNvSpPr>
            <a:spLocks noGrp="1"/>
          </p:cNvSpPr>
          <p:nvPr>
            <p:ph/>
          </p:nvPr>
        </p:nvSpPr>
        <p:spPr>
          <a:xfrm>
            <a:off x="5144760" y="2198880"/>
            <a:ext cx="6404760" cy="3669840"/>
          </a:xfrm>
          <a:prstGeom prst="rect">
            <a:avLst/>
          </a:prstGeom>
          <a:blipFill rotWithShape="0">
            <a:blip r:embed="rId4"/>
            <a:stretch/>
          </a:blipFill>
          <a:ln w="0">
            <a:noFill/>
          </a:ln>
        </p:spPr>
        <p:txBody>
          <a:bodyPr lIns="0" tIns="45720" rIns="0" bIns="45720" anchor="t">
            <a:noAutofit/>
          </a:bodyPr>
          <a:lstStyle/>
          <a:p>
            <a:pPr marL="91440" indent="-91440" defTabSz="914400">
              <a:lnSpc>
                <a:spcPct val="90000"/>
              </a:lnSpc>
              <a:spcBef>
                <a:spcPts val="1199"/>
              </a:spcBef>
              <a:spcAft>
                <a:spcPts val="201"/>
              </a:spcAft>
              <a:buClr>
                <a:srgbClr val="E48312"/>
              </a:buClr>
              <a:buFont typeface="Calibri"/>
              <a:buChar char=" "/>
            </a:pPr>
            <a:r>
              <a:rPr lang="it-IT" sz="2000" b="0" strike="noStrike" spc="-1" dirty="0">
                <a:solidFill>
                  <a:srgbClr val="FFFFFF">
                    <a:alpha val="1000"/>
                  </a:srgbClr>
                </a:solidFill>
                <a:latin typeface="Calibri"/>
              </a:rPr>
              <a:t>                  </a:t>
            </a:r>
            <a:r>
              <a:rPr lang="it-IT" sz="2000" b="0" strike="noStrike" spc="-1" dirty="0" err="1">
                <a:solidFill>
                  <a:srgbClr val="FFFFFF">
                    <a:alpha val="1000"/>
                  </a:srgbClr>
                </a:solidFill>
                <a:latin typeface="Calibri"/>
              </a:rPr>
              <a:t>fffffff</a:t>
            </a:r>
            <a:endParaRPr lang="en-US" sz="2000" b="0" strike="noStrike" spc="-1" dirty="0">
              <a:solidFill>
                <a:schemeClr val="dk1">
                  <a:lumMod val="75000"/>
                  <a:lumOff val="25000"/>
                </a:schemeClr>
              </a:solidFill>
              <a:latin typeface="Calibri"/>
            </a:endParaRPr>
          </a:p>
        </p:txBody>
      </p:sp>
      <p:sp>
        <p:nvSpPr>
          <p:cNvPr id="243" name="Rectangle 13">
            <a:extLst>
              <a:ext uri="{C183D7F6-B498-43B3-948B-1728B52AA6E4}">
                <adec:decorative xmlns:adec="http://schemas.microsoft.com/office/drawing/2017/decorative" val="1"/>
              </a:ext>
            </a:extLst>
          </p:cNvPr>
          <p:cNvSpPr/>
          <p:nvPr/>
        </p:nvSpPr>
        <p:spPr>
          <a:xfrm>
            <a:off x="0" y="6334200"/>
            <a:ext cx="12191760" cy="66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1600" rIns="90000" bIns="21600" anchor="t">
            <a:noAutofit/>
          </a:bodyPr>
          <a:lstStyle/>
          <a:p>
            <a:pPr defTabSz="457200">
              <a:lnSpc>
                <a:spcPct val="100000"/>
              </a:lnSpc>
            </a:pPr>
            <a:endParaRPr lang="it-IT" sz="1800" b="0" strike="noStrike" spc="-1">
              <a:solidFill>
                <a:schemeClr val="lt1"/>
              </a:solidFill>
              <a:latin typeface="Calibri"/>
            </a:endParaRPr>
          </a:p>
        </p:txBody>
      </p:sp>
      <p:sp>
        <p:nvSpPr>
          <p:cNvPr id="244" name="Rectangle 15">
            <a:extLst>
              <a:ext uri="{C183D7F6-B498-43B3-948B-1728B52AA6E4}">
                <adec:decorative xmlns:adec="http://schemas.microsoft.com/office/drawing/2017/decorative" val="1"/>
              </a:ext>
            </a:extLst>
          </p:cNvPr>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defTabSz="457200">
              <a:lnSpc>
                <a:spcPct val="100000"/>
              </a:lnSpc>
            </a:pPr>
            <a:endParaRPr lang="it-IT" sz="1800" b="0" strike="noStrike" spc="-1">
              <a:solidFill>
                <a:schemeClr val="lt1"/>
              </a:solidFill>
              <a:latin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45" name="PlaceHolder 1"/>
          <p:cNvSpPr>
            <a:spLocks noGrp="1"/>
          </p:cNvSpPr>
          <p:nvPr>
            <p:ph type="title"/>
          </p:nvPr>
        </p:nvSpPr>
        <p:spPr>
          <a:xfrm>
            <a:off x="1097280" y="286560"/>
            <a:ext cx="10058040" cy="1450440"/>
          </a:xfrm>
          <a:prstGeom prst="rect">
            <a:avLst/>
          </a:prstGeom>
          <a:noFill/>
          <a:ln w="0">
            <a:noFill/>
          </a:ln>
        </p:spPr>
        <p:txBody>
          <a:bodyPr lIns="91440" tIns="45720" rIns="91440" bIns="45720" anchor="b">
            <a:normAutofit/>
          </a:bodyPr>
          <a:lstStyle/>
          <a:p>
            <a:pPr indent="0" defTabSz="914400">
              <a:lnSpc>
                <a:spcPct val="85000"/>
              </a:lnSpc>
              <a:buNone/>
            </a:pPr>
            <a:r>
              <a:rPr lang="it-IT" sz="4800" b="0" strike="noStrike" spc="-52" dirty="0">
                <a:solidFill>
                  <a:schemeClr val="dk1">
                    <a:lumMod val="75000"/>
                    <a:lumOff val="25000"/>
                  </a:schemeClr>
                </a:solidFill>
                <a:latin typeface="Calibri Light"/>
              </a:rPr>
              <a:t>CUDA </a:t>
            </a:r>
            <a:r>
              <a:rPr lang="it-IT" sz="4800" b="0" strike="noStrike" spc="-52" dirty="0" err="1">
                <a:solidFill>
                  <a:schemeClr val="dk1">
                    <a:lumMod val="75000"/>
                    <a:lumOff val="25000"/>
                  </a:schemeClr>
                </a:solidFill>
                <a:latin typeface="Calibri Light"/>
              </a:rPr>
              <a:t>Parallel</a:t>
            </a:r>
            <a:r>
              <a:rPr lang="it-IT" sz="4800" b="0" strike="noStrike" spc="-52" dirty="0">
                <a:solidFill>
                  <a:schemeClr val="dk1">
                    <a:lumMod val="75000"/>
                    <a:lumOff val="25000"/>
                  </a:schemeClr>
                </a:solidFill>
                <a:latin typeface="Calibri Light"/>
              </a:rPr>
              <a:t> Matrix </a:t>
            </a:r>
            <a:r>
              <a:rPr lang="it-IT" sz="4800" b="0" strike="noStrike" spc="-52" dirty="0" err="1">
                <a:solidFill>
                  <a:schemeClr val="dk1">
                    <a:lumMod val="75000"/>
                    <a:lumOff val="25000"/>
                  </a:schemeClr>
                </a:solidFill>
                <a:latin typeface="Calibri Light"/>
              </a:rPr>
              <a:t>Multiplication</a:t>
            </a:r>
            <a:r>
              <a:rPr lang="it-IT" sz="4800" b="0" strike="noStrike" spc="-52" dirty="0">
                <a:solidFill>
                  <a:schemeClr val="dk1">
                    <a:lumMod val="75000"/>
                    <a:lumOff val="25000"/>
                  </a:schemeClr>
                </a:solidFill>
                <a:latin typeface="Calibri Light"/>
              </a:rPr>
              <a:t> V1, V2</a:t>
            </a:r>
            <a:endParaRPr lang="en-US" sz="4800" b="0" strike="noStrike" spc="-1" dirty="0">
              <a:solidFill>
                <a:schemeClr val="dk1"/>
              </a:solidFill>
              <a:latin typeface="Calibri"/>
            </a:endParaRPr>
          </a:p>
        </p:txBody>
      </p:sp>
      <p:pic>
        <p:nvPicPr>
          <p:cNvPr id="246" name="Picture 3" descr="A graph with a line&#10;&#10;AI-generated content may be incorrect."/>
          <p:cNvPicPr/>
          <p:nvPr/>
        </p:nvPicPr>
        <p:blipFill>
          <a:blip r:embed="rId2"/>
          <a:srcRect l="12427"/>
          <a:stretch/>
        </p:blipFill>
        <p:spPr>
          <a:xfrm>
            <a:off x="261000" y="1564480"/>
            <a:ext cx="2977920" cy="2074320"/>
          </a:xfrm>
          <a:prstGeom prst="rect">
            <a:avLst/>
          </a:prstGeom>
          <a:ln w="0">
            <a:noFill/>
          </a:ln>
        </p:spPr>
      </p:pic>
      <p:pic>
        <p:nvPicPr>
          <p:cNvPr id="247" name="Picture 4" descr="A graph with a red line&#10;&#10;AI-generated content may be incorrect."/>
          <p:cNvPicPr/>
          <p:nvPr/>
        </p:nvPicPr>
        <p:blipFill>
          <a:blip r:embed="rId3"/>
          <a:srcRect l="7224" r="1974"/>
          <a:stretch/>
        </p:blipFill>
        <p:spPr>
          <a:xfrm>
            <a:off x="3295800" y="1530960"/>
            <a:ext cx="3055320" cy="2128320"/>
          </a:xfrm>
          <a:prstGeom prst="rect">
            <a:avLst/>
          </a:prstGeom>
          <a:ln w="0">
            <a:noFill/>
          </a:ln>
        </p:spPr>
      </p:pic>
      <p:pic>
        <p:nvPicPr>
          <p:cNvPr id="248" name="Picture 5" descr="A graph with a red line&#10;&#10;AI-generated content may be incorrect."/>
          <p:cNvPicPr/>
          <p:nvPr/>
        </p:nvPicPr>
        <p:blipFill>
          <a:blip r:embed="rId4"/>
          <a:srcRect l="9198" r="4"/>
          <a:stretch/>
        </p:blipFill>
        <p:spPr>
          <a:xfrm>
            <a:off x="5383440" y="3920400"/>
            <a:ext cx="3284280" cy="2287440"/>
          </a:xfrm>
          <a:prstGeom prst="rect">
            <a:avLst/>
          </a:prstGeom>
          <a:ln w="0">
            <a:noFill/>
          </a:ln>
        </p:spPr>
      </p:pic>
      <p:pic>
        <p:nvPicPr>
          <p:cNvPr id="249" name="Picture 6" descr="A graph with lines and numbers&#10;&#10;AI-generated content may be incorrect."/>
          <p:cNvPicPr/>
          <p:nvPr/>
        </p:nvPicPr>
        <p:blipFill>
          <a:blip r:embed="rId5"/>
          <a:srcRect l="8837"/>
          <a:stretch/>
        </p:blipFill>
        <p:spPr>
          <a:xfrm>
            <a:off x="8667720" y="3812040"/>
            <a:ext cx="3524040" cy="2454840"/>
          </a:xfrm>
          <a:prstGeom prst="rect">
            <a:avLst/>
          </a:prstGeom>
          <a:ln w="0">
            <a:noFill/>
          </a:ln>
        </p:spPr>
      </p:pic>
      <p:sp>
        <p:nvSpPr>
          <p:cNvPr id="250" name="PlaceHolder 2"/>
          <p:cNvSpPr>
            <a:spLocks noGrp="1"/>
          </p:cNvSpPr>
          <p:nvPr>
            <p:ph/>
          </p:nvPr>
        </p:nvSpPr>
        <p:spPr>
          <a:xfrm>
            <a:off x="6351480" y="1845720"/>
            <a:ext cx="5484240" cy="744840"/>
          </a:xfrm>
          <a:prstGeom prst="rect">
            <a:avLst/>
          </a:prstGeom>
          <a:noFill/>
          <a:ln w="0">
            <a:noFill/>
          </a:ln>
        </p:spPr>
        <p:txBody>
          <a:bodyPr lIns="0" tIns="45720" rIns="0" bIns="45720" anchor="t">
            <a:noAutofit/>
          </a:bodyPr>
          <a:lstStyle/>
          <a:p>
            <a:pPr marL="91440" indent="-91440" defTabSz="914400">
              <a:lnSpc>
                <a:spcPct val="90000"/>
              </a:lnSpc>
              <a:spcBef>
                <a:spcPts val="1199"/>
              </a:spcBef>
              <a:spcAft>
                <a:spcPts val="201"/>
              </a:spcAft>
              <a:buClr>
                <a:srgbClr val="E48312"/>
              </a:buClr>
              <a:buFont typeface="Calibri"/>
              <a:buChar char=" "/>
            </a:pPr>
            <a:r>
              <a:rPr lang="en-US" sz="1600" b="0" strike="noStrike" spc="-1">
                <a:solidFill>
                  <a:schemeClr val="dk1">
                    <a:lumMod val="75000"/>
                    <a:lumOff val="25000"/>
                  </a:schemeClr>
                </a:solidFill>
                <a:latin typeface="Calibri"/>
              </a:rPr>
              <a:t>In the V1 version, the algorithm assigns each GPU thread to compute one output matrix element via a dot product. Its primary performance bottleneck is </a:t>
            </a:r>
            <a:r>
              <a:rPr lang="en-US" sz="1600" b="1" strike="noStrike" spc="-1">
                <a:solidFill>
                  <a:schemeClr val="dk1">
                    <a:lumMod val="75000"/>
                    <a:lumOff val="25000"/>
                  </a:schemeClr>
                </a:solidFill>
                <a:latin typeface="Calibri"/>
              </a:rPr>
              <a:t>inefficient memory access</a:t>
            </a:r>
            <a:r>
              <a:rPr lang="en-US" sz="1600" b="0" strike="noStrike" spc="-1">
                <a:solidFill>
                  <a:schemeClr val="dk1">
                    <a:lumMod val="75000"/>
                    <a:lumOff val="25000"/>
                  </a:schemeClr>
                </a:solidFill>
                <a:latin typeface="Calibri"/>
              </a:rPr>
              <a:t>. Specifically, </a:t>
            </a:r>
            <a:r>
              <a:rPr lang="en-US" sz="1600" b="1" strike="noStrike" spc="-1">
                <a:solidFill>
                  <a:schemeClr val="dk1">
                    <a:lumMod val="75000"/>
                    <a:lumOff val="25000"/>
                  </a:schemeClr>
                </a:solidFill>
                <a:latin typeface="Calibri"/>
              </a:rPr>
              <a:t>uncoalesced global memory reads</a:t>
            </a:r>
            <a:r>
              <a:rPr lang="en-US" sz="1600" b="0" strike="noStrike" spc="-1">
                <a:solidFill>
                  <a:schemeClr val="dk1">
                    <a:lumMod val="75000"/>
                    <a:lumOff val="25000"/>
                  </a:schemeClr>
                </a:solidFill>
                <a:latin typeface="Calibri"/>
              </a:rPr>
              <a:t> from the second input matrix severely limit memory bandwidth.</a:t>
            </a:r>
          </a:p>
        </p:txBody>
      </p:sp>
      <p:sp>
        <p:nvSpPr>
          <p:cNvPr id="251" name="TextBox 8"/>
          <p:cNvSpPr/>
          <p:nvPr/>
        </p:nvSpPr>
        <p:spPr>
          <a:xfrm>
            <a:off x="261000" y="3545018"/>
            <a:ext cx="5012040" cy="289164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just" defTabSz="457200">
              <a:lnSpc>
                <a:spcPct val="100000"/>
              </a:lnSpc>
            </a:pPr>
            <a:r>
              <a:rPr lang="en-US" sz="1400" b="0" strike="noStrike" spc="-1" dirty="0">
                <a:solidFill>
                  <a:schemeClr val="dk1"/>
                </a:solidFill>
                <a:latin typeface="Calibri"/>
              </a:rPr>
              <a:t>The V2 algorithm dramatically improves performance by using a </a:t>
            </a:r>
            <a:r>
              <a:rPr lang="en-US" sz="1400" b="1" strike="noStrike" spc="-1" dirty="0">
                <a:solidFill>
                  <a:schemeClr val="dk1"/>
                </a:solidFill>
                <a:latin typeface="Calibri"/>
              </a:rPr>
              <a:t>tiled strategy</a:t>
            </a:r>
            <a:r>
              <a:rPr lang="en-US" sz="1400" b="0" strike="noStrike" spc="-1" dirty="0">
                <a:solidFill>
                  <a:schemeClr val="dk1"/>
                </a:solidFill>
                <a:latin typeface="Calibri"/>
              </a:rPr>
              <a:t> that leverages the GPU's fast </a:t>
            </a:r>
            <a:r>
              <a:rPr lang="en-US" sz="1400" b="1" strike="noStrike" spc="-1" dirty="0">
                <a:solidFill>
                  <a:schemeClr val="dk1"/>
                </a:solidFill>
                <a:latin typeface="Calibri"/>
              </a:rPr>
              <a:t>shared memory</a:t>
            </a:r>
            <a:r>
              <a:rPr lang="en-US" sz="1400" b="0" strike="noStrike" spc="-1" dirty="0">
                <a:solidFill>
                  <a:schemeClr val="dk1"/>
                </a:solidFill>
                <a:latin typeface="Calibri"/>
              </a:rPr>
              <a:t>. Instead of numerous slow global memory reads, each thread block first </a:t>
            </a:r>
            <a:r>
              <a:rPr lang="en-US" sz="1400" b="1" strike="noStrike" spc="-1" dirty="0">
                <a:solidFill>
                  <a:schemeClr val="dk1"/>
                </a:solidFill>
                <a:latin typeface="Calibri"/>
              </a:rPr>
              <a:t>cooperatively loads sub-matrices (tiles)</a:t>
            </a:r>
            <a:r>
              <a:rPr lang="en-US" sz="1400" b="0" strike="noStrike" spc="-1" dirty="0">
                <a:solidFill>
                  <a:schemeClr val="dk1"/>
                </a:solidFill>
                <a:latin typeface="Calibri"/>
              </a:rPr>
              <a:t> into this on-chip shared memory. After synchronizing, all threads perform their calculations using this much faster local data. </a:t>
            </a:r>
            <a:endParaRPr lang="en-US" sz="1400" b="0" strike="noStrike" spc="-1" dirty="0">
              <a:solidFill>
                <a:srgbClr val="000000"/>
              </a:solidFill>
              <a:latin typeface="Arial"/>
            </a:endParaRPr>
          </a:p>
          <a:p>
            <a:pPr algn="just" defTabSz="457200">
              <a:lnSpc>
                <a:spcPct val="100000"/>
              </a:lnSpc>
            </a:pPr>
            <a:r>
              <a:rPr lang="en-US" sz="1400" b="0" strike="noStrike" spc="-1" dirty="0">
                <a:solidFill>
                  <a:schemeClr val="dk1"/>
                </a:solidFill>
                <a:latin typeface="Calibri"/>
              </a:rPr>
              <a:t>This approach is highly efficient because it dramatically </a:t>
            </a:r>
            <a:r>
              <a:rPr lang="en-US" sz="1400" b="1" strike="noStrike" spc="-1" dirty="0">
                <a:solidFill>
                  <a:schemeClr val="dk1"/>
                </a:solidFill>
                <a:latin typeface="Calibri"/>
              </a:rPr>
              <a:t>reduces global memory traffic and maximizes data reuse</a:t>
            </a:r>
            <a:r>
              <a:rPr lang="en-US" sz="1400" b="0" strike="noStrike" spc="-1" dirty="0">
                <a:solidFill>
                  <a:schemeClr val="dk1"/>
                </a:solidFill>
                <a:latin typeface="Calibri"/>
              </a:rPr>
              <a:t> from the fast shared memory. Overcomes the primary performance bottleneck found in the V1 algorithm. The TILE_SIZE is the crucial tuning parameter, which dictates the size of these sub-matrices. </a:t>
            </a:r>
            <a:r>
              <a:rPr lang="en-US" sz="1400" spc="-1" dirty="0">
                <a:solidFill>
                  <a:schemeClr val="dk1"/>
                </a:solidFill>
                <a:latin typeface="Calibri"/>
              </a:rPr>
              <a:t>TRACE_BLOCKSIZE is another hyperparameter which can affect the performances, influencing the second kernel function (trace comp)</a:t>
            </a:r>
            <a:endParaRPr lang="en-US" sz="1400" b="0" strike="noStrike" spc="-1" dirty="0">
              <a:solidFill>
                <a:srgbClr val="000000"/>
              </a:solidFill>
              <a:latin typeface="Arial"/>
            </a:endParaRP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tint val="65000"/>
                <a:shade val="92000"/>
              </a:schemeClr>
            </a:gs>
            <a:gs pos="45000">
              <a:schemeClr val="phClr">
                <a:tint val="60000"/>
                <a:shade val="99000"/>
              </a:schemeClr>
            </a:gs>
            <a:gs pos="100000">
              <a:schemeClr val="phClr">
                <a:tint val="55000"/>
              </a:schemeClr>
            </a:gs>
          </a:gsLst>
          <a:path path="circle">
            <a:fillToRect l="100000" t="100000" r="100000" b="100000"/>
          </a:path>
          <a:tileRect/>
        </a:gradFill>
        <a:gradFill>
          <a:gsLst>
            <a:gs pos="0">
              <a:schemeClr val="phClr">
                <a:shade val="85000"/>
              </a:schemeClr>
            </a:gs>
            <a:gs pos="34000">
              <a:schemeClr val="phClr">
                <a:shade val="87000"/>
              </a:schemeClr>
            </a:gs>
            <a:gs pos="70000">
              <a:schemeClr val="phClr">
                <a:tint val="100000"/>
                <a:shade val="90000"/>
              </a:schemeClr>
            </a:gs>
            <a:gs pos="100000">
              <a:schemeClr val="phClr">
                <a:tint val="100000"/>
                <a:shade val="100000"/>
              </a:schemeClr>
            </a:gs>
          </a:gsLst>
          <a:path path="circle">
            <a:fillToRect l="100000" t="100000" r="100000" b="100000"/>
          </a:path>
          <a:tileRect/>
        </a:gradFill>
      </a:fillStyleLst>
      <a:lnStyleLst>
        <a:ln w="12700" cap="flat" cmpd="sng" algn="ctr">
          <a:prstDash val="solid"/>
        </a:ln>
        <a:ln w="15875"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0000"/>
            <a:shade val="97000"/>
          </a:schemeClr>
        </a:solidFill>
        <a:gradFill>
          <a:gsLst>
            <a:gs pos="0">
              <a:schemeClr val="phClr">
                <a:tint val="96000"/>
                <a:shade val="99000"/>
              </a:schemeClr>
            </a:gs>
            <a:gs pos="65000">
              <a:schemeClr val="phClr">
                <a:tint val="100000"/>
                <a:shade val="80000"/>
              </a:schemeClr>
            </a:gs>
            <a:gs pos="100000">
              <a:schemeClr val="phClr">
                <a:tint val="100000"/>
                <a:shade val="48000"/>
              </a:schemeClr>
            </a:gs>
          </a:gsLst>
          <a:lin ang="16200000" scaled="0"/>
          <a:tileRect/>
        </a:gradFill>
      </a:bgFillStyleLst>
    </a:fmtScheme>
  </a:themeElements>
  <a:objectDefaults/>
  <a:extraClrSchemeLst/>
</a:theme>
</file>

<file path=ppt/theme/theme2.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tint val="65000"/>
                <a:shade val="92000"/>
              </a:schemeClr>
            </a:gs>
            <a:gs pos="45000">
              <a:schemeClr val="phClr">
                <a:tint val="60000"/>
                <a:shade val="99000"/>
              </a:schemeClr>
            </a:gs>
            <a:gs pos="100000">
              <a:schemeClr val="phClr">
                <a:tint val="55000"/>
              </a:schemeClr>
            </a:gs>
          </a:gsLst>
          <a:path path="circle">
            <a:fillToRect l="100000" t="100000" r="100000" b="100000"/>
          </a:path>
          <a:tileRect/>
        </a:gradFill>
        <a:gradFill>
          <a:gsLst>
            <a:gs pos="0">
              <a:schemeClr val="phClr">
                <a:shade val="85000"/>
              </a:schemeClr>
            </a:gs>
            <a:gs pos="34000">
              <a:schemeClr val="phClr">
                <a:shade val="87000"/>
              </a:schemeClr>
            </a:gs>
            <a:gs pos="70000">
              <a:schemeClr val="phClr">
                <a:tint val="100000"/>
                <a:shade val="90000"/>
              </a:schemeClr>
            </a:gs>
            <a:gs pos="100000">
              <a:schemeClr val="phClr">
                <a:tint val="100000"/>
                <a:shade val="100000"/>
              </a:schemeClr>
            </a:gs>
          </a:gsLst>
          <a:path path="circle">
            <a:fillToRect l="100000" t="100000" r="100000" b="100000"/>
          </a:path>
          <a:tileRect/>
        </a:gradFill>
      </a:fillStyleLst>
      <a:lnStyleLst>
        <a:ln w="12700" cap="flat" cmpd="sng" algn="ctr">
          <a:prstDash val="solid"/>
        </a:ln>
        <a:ln w="15875"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0000"/>
            <a:shade val="97000"/>
          </a:schemeClr>
        </a:solidFill>
        <a:gradFill>
          <a:gsLst>
            <a:gs pos="0">
              <a:schemeClr val="phClr">
                <a:tint val="96000"/>
                <a:shade val="99000"/>
              </a:schemeClr>
            </a:gs>
            <a:gs pos="65000">
              <a:schemeClr val="phClr">
                <a:tint val="100000"/>
                <a:shade val="80000"/>
              </a:schemeClr>
            </a:gs>
            <a:gs pos="100000">
              <a:schemeClr val="phClr">
                <a:tint val="100000"/>
                <a:shade val="48000"/>
              </a:schemeClr>
            </a:gs>
          </a:gsLst>
          <a:lin ang="16200000" scaled="0"/>
          <a:tileRect/>
        </a:gradFill>
      </a:bgFillStyleLst>
    </a:fmtScheme>
  </a:themeElements>
  <a:objectDefaults/>
  <a:extraClrSchemeLst/>
</a:theme>
</file>

<file path=ppt/theme/theme3.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tint val="65000"/>
                <a:shade val="92000"/>
              </a:schemeClr>
            </a:gs>
            <a:gs pos="45000">
              <a:schemeClr val="phClr">
                <a:tint val="60000"/>
                <a:shade val="99000"/>
              </a:schemeClr>
            </a:gs>
            <a:gs pos="100000">
              <a:schemeClr val="phClr">
                <a:tint val="55000"/>
              </a:schemeClr>
            </a:gs>
          </a:gsLst>
          <a:path path="circle">
            <a:fillToRect l="100000" t="100000" r="100000" b="100000"/>
          </a:path>
          <a:tileRect/>
        </a:gradFill>
        <a:gradFill>
          <a:gsLst>
            <a:gs pos="0">
              <a:schemeClr val="phClr">
                <a:shade val="85000"/>
              </a:schemeClr>
            </a:gs>
            <a:gs pos="34000">
              <a:schemeClr val="phClr">
                <a:shade val="87000"/>
              </a:schemeClr>
            </a:gs>
            <a:gs pos="70000">
              <a:schemeClr val="phClr">
                <a:tint val="100000"/>
                <a:shade val="90000"/>
              </a:schemeClr>
            </a:gs>
            <a:gs pos="100000">
              <a:schemeClr val="phClr">
                <a:tint val="100000"/>
                <a:shade val="100000"/>
              </a:schemeClr>
            </a:gs>
          </a:gsLst>
          <a:path path="circle">
            <a:fillToRect l="100000" t="100000" r="100000" b="100000"/>
          </a:path>
          <a:tileRect/>
        </a:gradFill>
      </a:fillStyleLst>
      <a:lnStyleLst>
        <a:ln w="12700" cap="flat" cmpd="sng" algn="ctr">
          <a:prstDash val="solid"/>
        </a:ln>
        <a:ln w="15875"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0000"/>
            <a:shade val="97000"/>
          </a:schemeClr>
        </a:solidFill>
        <a:gradFill>
          <a:gsLst>
            <a:gs pos="0">
              <a:schemeClr val="phClr">
                <a:tint val="96000"/>
                <a:shade val="99000"/>
              </a:schemeClr>
            </a:gs>
            <a:gs pos="65000">
              <a:schemeClr val="phClr">
                <a:tint val="100000"/>
                <a:shade val="80000"/>
              </a:schemeClr>
            </a:gs>
            <a:gs pos="100000">
              <a:schemeClr val="phClr">
                <a:tint val="100000"/>
                <a:shade val="48000"/>
              </a:schemeClr>
            </a:gs>
          </a:gsLst>
          <a:lin ang="16200000" scaled="0"/>
          <a:tileRect/>
        </a:gradFill>
      </a:bgFillStyleLst>
    </a:fmtScheme>
  </a:themeElements>
  <a:objectDefaults/>
  <a:extraClrSchemeLst/>
</a:theme>
</file>

<file path=ppt/theme/theme4.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tint val="65000"/>
                <a:shade val="92000"/>
              </a:schemeClr>
            </a:gs>
            <a:gs pos="45000">
              <a:schemeClr val="phClr">
                <a:tint val="60000"/>
                <a:shade val="99000"/>
              </a:schemeClr>
            </a:gs>
            <a:gs pos="100000">
              <a:schemeClr val="phClr">
                <a:tint val="55000"/>
              </a:schemeClr>
            </a:gs>
          </a:gsLst>
          <a:path path="circle">
            <a:fillToRect l="100000" t="100000" r="100000" b="100000"/>
          </a:path>
          <a:tileRect/>
        </a:gradFill>
        <a:gradFill>
          <a:gsLst>
            <a:gs pos="0">
              <a:schemeClr val="phClr">
                <a:shade val="85000"/>
              </a:schemeClr>
            </a:gs>
            <a:gs pos="34000">
              <a:schemeClr val="phClr">
                <a:shade val="87000"/>
              </a:schemeClr>
            </a:gs>
            <a:gs pos="70000">
              <a:schemeClr val="phClr">
                <a:tint val="100000"/>
                <a:shade val="90000"/>
              </a:schemeClr>
            </a:gs>
            <a:gs pos="100000">
              <a:schemeClr val="phClr">
                <a:tint val="100000"/>
                <a:shade val="100000"/>
              </a:schemeClr>
            </a:gs>
          </a:gsLst>
          <a:path path="circle">
            <a:fillToRect l="100000" t="100000" r="100000" b="100000"/>
          </a:path>
          <a:tileRect/>
        </a:gradFill>
      </a:fillStyleLst>
      <a:lnStyleLst>
        <a:ln w="12700" cap="flat" cmpd="sng" algn="ctr">
          <a:prstDash val="solid"/>
        </a:ln>
        <a:ln w="15875"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0000"/>
            <a:shade val="97000"/>
          </a:schemeClr>
        </a:solidFill>
        <a:gradFill>
          <a:gsLst>
            <a:gs pos="0">
              <a:schemeClr val="phClr">
                <a:tint val="96000"/>
                <a:shade val="99000"/>
              </a:schemeClr>
            </a:gs>
            <a:gs pos="65000">
              <a:schemeClr val="phClr">
                <a:tint val="100000"/>
                <a:shade val="80000"/>
              </a:schemeClr>
            </a:gs>
            <a:gs pos="100000">
              <a:schemeClr val="phClr">
                <a:tint val="100000"/>
                <a:shade val="48000"/>
              </a:schemeClr>
            </a:gs>
          </a:gsLst>
          <a:lin ang="16200000" scaled="0"/>
          <a:tileRect/>
        </a:gradFill>
      </a:bgFillStyleLst>
    </a:fmtScheme>
  </a:themeElements>
  <a:objectDefaults/>
  <a:extraClrSchemeLst/>
</a:theme>
</file>

<file path=ppt/theme/theme5.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tint val="65000"/>
                <a:shade val="92000"/>
              </a:schemeClr>
            </a:gs>
            <a:gs pos="45000">
              <a:schemeClr val="phClr">
                <a:tint val="60000"/>
                <a:shade val="99000"/>
              </a:schemeClr>
            </a:gs>
            <a:gs pos="100000">
              <a:schemeClr val="phClr">
                <a:tint val="55000"/>
              </a:schemeClr>
            </a:gs>
          </a:gsLst>
          <a:path path="circle">
            <a:fillToRect l="100000" t="100000" r="100000" b="100000"/>
          </a:path>
          <a:tileRect/>
        </a:gradFill>
        <a:gradFill>
          <a:gsLst>
            <a:gs pos="0">
              <a:schemeClr val="phClr">
                <a:shade val="85000"/>
              </a:schemeClr>
            </a:gs>
            <a:gs pos="34000">
              <a:schemeClr val="phClr">
                <a:shade val="87000"/>
              </a:schemeClr>
            </a:gs>
            <a:gs pos="70000">
              <a:schemeClr val="phClr">
                <a:tint val="100000"/>
                <a:shade val="90000"/>
              </a:schemeClr>
            </a:gs>
            <a:gs pos="100000">
              <a:schemeClr val="phClr">
                <a:tint val="100000"/>
                <a:shade val="100000"/>
              </a:schemeClr>
            </a:gs>
          </a:gsLst>
          <a:path path="circle">
            <a:fillToRect l="100000" t="100000" r="100000" b="100000"/>
          </a:path>
          <a:tileRect/>
        </a:gradFill>
      </a:fillStyleLst>
      <a:lnStyleLst>
        <a:ln w="12700" cap="flat" cmpd="sng" algn="ctr">
          <a:prstDash val="solid"/>
        </a:ln>
        <a:ln w="15875"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0000"/>
            <a:shade val="97000"/>
          </a:schemeClr>
        </a:solidFill>
        <a:gradFill>
          <a:gsLst>
            <a:gs pos="0">
              <a:schemeClr val="phClr">
                <a:tint val="96000"/>
                <a:shade val="99000"/>
              </a:schemeClr>
            </a:gs>
            <a:gs pos="65000">
              <a:schemeClr val="phClr">
                <a:tint val="100000"/>
                <a:shade val="80000"/>
              </a:schemeClr>
            </a:gs>
            <a:gs pos="100000">
              <a:schemeClr val="phClr">
                <a:tint val="100000"/>
                <a:shade val="48000"/>
              </a:schemeClr>
            </a:gs>
          </a:gsLst>
          <a:lin ang="16200000" scaled="0"/>
          <a:tileRect/>
        </a:gradFill>
      </a:bgFillStyleLst>
    </a:fmtScheme>
  </a:themeElements>
  <a:objectDefaults/>
  <a:extraClrSchemeLst/>
</a:theme>
</file>

<file path=ppt/theme/theme6.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tint val="65000"/>
                <a:shade val="92000"/>
              </a:schemeClr>
            </a:gs>
            <a:gs pos="45000">
              <a:schemeClr val="phClr">
                <a:tint val="60000"/>
                <a:shade val="99000"/>
              </a:schemeClr>
            </a:gs>
            <a:gs pos="100000">
              <a:schemeClr val="phClr">
                <a:tint val="55000"/>
              </a:schemeClr>
            </a:gs>
          </a:gsLst>
          <a:path path="circle">
            <a:fillToRect l="100000" t="100000" r="100000" b="100000"/>
          </a:path>
          <a:tileRect/>
        </a:gradFill>
        <a:gradFill>
          <a:gsLst>
            <a:gs pos="0">
              <a:schemeClr val="phClr">
                <a:shade val="85000"/>
              </a:schemeClr>
            </a:gs>
            <a:gs pos="34000">
              <a:schemeClr val="phClr">
                <a:shade val="87000"/>
              </a:schemeClr>
            </a:gs>
            <a:gs pos="70000">
              <a:schemeClr val="phClr">
                <a:tint val="100000"/>
                <a:shade val="90000"/>
              </a:schemeClr>
            </a:gs>
            <a:gs pos="100000">
              <a:schemeClr val="phClr">
                <a:tint val="100000"/>
                <a:shade val="100000"/>
              </a:schemeClr>
            </a:gs>
          </a:gsLst>
          <a:path path="circle">
            <a:fillToRect l="100000" t="100000" r="100000" b="100000"/>
          </a:path>
          <a:tileRect/>
        </a:gradFill>
      </a:fillStyleLst>
      <a:lnStyleLst>
        <a:ln w="12700" cap="flat" cmpd="sng" algn="ctr">
          <a:prstDash val="solid"/>
        </a:ln>
        <a:ln w="15875"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0000"/>
            <a:shade val="97000"/>
          </a:schemeClr>
        </a:solidFill>
        <a:gradFill>
          <a:gsLst>
            <a:gs pos="0">
              <a:schemeClr val="phClr">
                <a:tint val="96000"/>
                <a:shade val="99000"/>
              </a:schemeClr>
            </a:gs>
            <a:gs pos="65000">
              <a:schemeClr val="phClr">
                <a:tint val="100000"/>
                <a:shade val="80000"/>
              </a:schemeClr>
            </a:gs>
            <a:gs pos="100000">
              <a:schemeClr val="phClr">
                <a:tint val="100000"/>
                <a:shade val="48000"/>
              </a:schemeClr>
            </a:gs>
          </a:gsLst>
          <a:lin ang="16200000" scaled="0"/>
          <a:tileRect/>
        </a:gradFill>
      </a:bgFillStyleLst>
    </a:fmtScheme>
  </a:themeElements>
  <a:objectDefaults/>
  <a:extraClrSchemeLst/>
</a:theme>
</file>

<file path=ppt/theme/theme7.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tint val="65000"/>
                <a:shade val="92000"/>
              </a:schemeClr>
            </a:gs>
            <a:gs pos="45000">
              <a:schemeClr val="phClr">
                <a:tint val="60000"/>
                <a:shade val="99000"/>
              </a:schemeClr>
            </a:gs>
            <a:gs pos="100000">
              <a:schemeClr val="phClr">
                <a:tint val="55000"/>
              </a:schemeClr>
            </a:gs>
          </a:gsLst>
          <a:path path="circle">
            <a:fillToRect l="100000" t="100000" r="100000" b="100000"/>
          </a:path>
          <a:tileRect/>
        </a:gradFill>
        <a:gradFill>
          <a:gsLst>
            <a:gs pos="0">
              <a:schemeClr val="phClr">
                <a:shade val="85000"/>
              </a:schemeClr>
            </a:gs>
            <a:gs pos="34000">
              <a:schemeClr val="phClr">
                <a:shade val="87000"/>
              </a:schemeClr>
            </a:gs>
            <a:gs pos="70000">
              <a:schemeClr val="phClr">
                <a:tint val="100000"/>
                <a:shade val="90000"/>
              </a:schemeClr>
            </a:gs>
            <a:gs pos="100000">
              <a:schemeClr val="phClr">
                <a:tint val="100000"/>
                <a:shade val="100000"/>
              </a:schemeClr>
            </a:gs>
          </a:gsLst>
          <a:path path="circle">
            <a:fillToRect l="100000" t="100000" r="100000" b="100000"/>
          </a:path>
          <a:tileRect/>
        </a:gradFill>
      </a:fillStyleLst>
      <a:lnStyleLst>
        <a:ln w="12700" cap="flat" cmpd="sng" algn="ctr">
          <a:prstDash val="solid"/>
        </a:ln>
        <a:ln w="15875"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0000"/>
            <a:shade val="97000"/>
          </a:schemeClr>
        </a:solidFill>
        <a:gradFill>
          <a:gsLst>
            <a:gs pos="0">
              <a:schemeClr val="phClr">
                <a:tint val="96000"/>
                <a:shade val="99000"/>
              </a:schemeClr>
            </a:gs>
            <a:gs pos="65000">
              <a:schemeClr val="phClr">
                <a:tint val="100000"/>
                <a:shade val="80000"/>
              </a:schemeClr>
            </a:gs>
            <a:gs pos="100000">
              <a:schemeClr val="phClr">
                <a:tint val="100000"/>
                <a:shade val="48000"/>
              </a:schemeClr>
            </a:gs>
          </a:gsLst>
          <a:lin ang="16200000" scaled="0"/>
          <a:tileRect/>
        </a:gradFill>
      </a:bgFillStyleLst>
    </a:fmtScheme>
  </a:themeElements>
  <a:objectDefaults/>
  <a:extraClrSchemeLst/>
</a:theme>
</file>

<file path=ppt/theme/theme8.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tint val="65000"/>
                <a:shade val="92000"/>
              </a:schemeClr>
            </a:gs>
            <a:gs pos="45000">
              <a:schemeClr val="phClr">
                <a:tint val="60000"/>
                <a:shade val="99000"/>
              </a:schemeClr>
            </a:gs>
            <a:gs pos="100000">
              <a:schemeClr val="phClr">
                <a:tint val="55000"/>
              </a:schemeClr>
            </a:gs>
          </a:gsLst>
          <a:path path="circle">
            <a:fillToRect l="100000" t="100000" r="100000" b="100000"/>
          </a:path>
          <a:tileRect/>
        </a:gradFill>
        <a:gradFill>
          <a:gsLst>
            <a:gs pos="0">
              <a:schemeClr val="phClr">
                <a:shade val="85000"/>
              </a:schemeClr>
            </a:gs>
            <a:gs pos="34000">
              <a:schemeClr val="phClr">
                <a:shade val="87000"/>
              </a:schemeClr>
            </a:gs>
            <a:gs pos="70000">
              <a:schemeClr val="phClr">
                <a:tint val="100000"/>
                <a:shade val="90000"/>
              </a:schemeClr>
            </a:gs>
            <a:gs pos="100000">
              <a:schemeClr val="phClr">
                <a:tint val="100000"/>
                <a:shade val="100000"/>
              </a:schemeClr>
            </a:gs>
          </a:gsLst>
          <a:path path="circle">
            <a:fillToRect l="100000" t="100000" r="100000" b="100000"/>
          </a:path>
          <a:tileRect/>
        </a:gradFill>
      </a:fillStyleLst>
      <a:lnStyleLst>
        <a:ln w="12700" cap="flat" cmpd="sng" algn="ctr">
          <a:prstDash val="solid"/>
        </a:ln>
        <a:ln w="15875"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0000"/>
            <a:shade val="97000"/>
          </a:schemeClr>
        </a:solidFill>
        <a:gradFill>
          <a:gsLst>
            <a:gs pos="0">
              <a:schemeClr val="phClr">
                <a:tint val="96000"/>
                <a:shade val="99000"/>
              </a:schemeClr>
            </a:gs>
            <a:gs pos="65000">
              <a:schemeClr val="phClr">
                <a:tint val="100000"/>
                <a:shade val="80000"/>
              </a:schemeClr>
            </a:gs>
            <a:gs pos="100000">
              <a:schemeClr val="phClr">
                <a:tint val="100000"/>
                <a:shade val="48000"/>
              </a:schemeClr>
            </a:gs>
          </a:gsLst>
          <a:lin ang="16200000" scaled="0"/>
          <a:tileRect/>
        </a:gradFill>
      </a:bgFillStyleLst>
    </a:fmtScheme>
  </a:themeElements>
  <a:objectDefaults/>
  <a:extraClrSchemeLst/>
</a:theme>
</file>

<file path=ppt/theme/theme9.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tint val="65000"/>
                <a:shade val="92000"/>
              </a:schemeClr>
            </a:gs>
            <a:gs pos="45000">
              <a:schemeClr val="phClr">
                <a:tint val="60000"/>
                <a:shade val="99000"/>
              </a:schemeClr>
            </a:gs>
            <a:gs pos="100000">
              <a:schemeClr val="phClr">
                <a:tint val="55000"/>
              </a:schemeClr>
            </a:gs>
          </a:gsLst>
          <a:path path="circle">
            <a:fillToRect l="100000" t="100000" r="100000" b="100000"/>
          </a:path>
          <a:tileRect/>
        </a:gradFill>
        <a:gradFill>
          <a:gsLst>
            <a:gs pos="0">
              <a:schemeClr val="phClr">
                <a:shade val="85000"/>
              </a:schemeClr>
            </a:gs>
            <a:gs pos="34000">
              <a:schemeClr val="phClr">
                <a:shade val="87000"/>
              </a:schemeClr>
            </a:gs>
            <a:gs pos="70000">
              <a:schemeClr val="phClr">
                <a:tint val="100000"/>
                <a:shade val="90000"/>
              </a:schemeClr>
            </a:gs>
            <a:gs pos="100000">
              <a:schemeClr val="phClr">
                <a:tint val="100000"/>
                <a:shade val="100000"/>
              </a:schemeClr>
            </a:gs>
          </a:gsLst>
          <a:path path="circle">
            <a:fillToRect l="100000" t="100000" r="100000" b="100000"/>
          </a:path>
          <a:tileRect/>
        </a:gradFill>
      </a:fillStyleLst>
      <a:lnStyleLst>
        <a:ln w="12700" cap="flat" cmpd="sng" algn="ctr">
          <a:prstDash val="solid"/>
        </a:ln>
        <a:ln w="15875"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0000"/>
            <a:shade val="97000"/>
          </a:schemeClr>
        </a:solidFill>
        <a:gradFill>
          <a:gsLst>
            <a:gs pos="0">
              <a:schemeClr val="phClr">
                <a:tint val="96000"/>
                <a:shade val="99000"/>
              </a:schemeClr>
            </a:gs>
            <a:gs pos="65000">
              <a:schemeClr val="phClr">
                <a:tint val="100000"/>
                <a:shade val="80000"/>
              </a:schemeClr>
            </a:gs>
            <a:gs pos="100000">
              <a:schemeClr val="phClr">
                <a:tint val="100000"/>
                <a:shade val="48000"/>
              </a:schemeClr>
            </a:gs>
          </a:gsLst>
          <a:lin ang="16200000" scaled="0"/>
          <a:tileRect/>
        </a:gradFill>
      </a:bgFillStyleLst>
    </a:fmtScheme>
  </a:themeElements>
  <a:objectDefaults/>
  <a:extraClrSchemeLst/>
</a:theme>
</file>

<file path=ppt/theme/theme10.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tint val="65000"/>
                <a:shade val="92000"/>
              </a:schemeClr>
            </a:gs>
            <a:gs pos="45000">
              <a:schemeClr val="phClr">
                <a:tint val="60000"/>
                <a:shade val="99000"/>
              </a:schemeClr>
            </a:gs>
            <a:gs pos="100000">
              <a:schemeClr val="phClr">
                <a:tint val="55000"/>
              </a:schemeClr>
            </a:gs>
          </a:gsLst>
          <a:path path="circle">
            <a:fillToRect l="100000" t="100000" r="100000" b="100000"/>
          </a:path>
          <a:tileRect/>
        </a:gradFill>
        <a:gradFill>
          <a:gsLst>
            <a:gs pos="0">
              <a:schemeClr val="phClr">
                <a:shade val="85000"/>
              </a:schemeClr>
            </a:gs>
            <a:gs pos="34000">
              <a:schemeClr val="phClr">
                <a:shade val="87000"/>
              </a:schemeClr>
            </a:gs>
            <a:gs pos="70000">
              <a:schemeClr val="phClr">
                <a:tint val="100000"/>
                <a:shade val="90000"/>
              </a:schemeClr>
            </a:gs>
            <a:gs pos="100000">
              <a:schemeClr val="phClr">
                <a:tint val="100000"/>
                <a:shade val="100000"/>
              </a:schemeClr>
            </a:gs>
          </a:gsLst>
          <a:path path="circle">
            <a:fillToRect l="100000" t="100000" r="100000" b="100000"/>
          </a:path>
          <a:tileRect/>
        </a:gradFill>
      </a:fillStyleLst>
      <a:lnStyleLst>
        <a:ln w="12700" cap="flat" cmpd="sng" algn="ctr">
          <a:prstDash val="solid"/>
        </a:ln>
        <a:ln w="15875"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0000"/>
            <a:shade val="97000"/>
          </a:schemeClr>
        </a:solidFill>
        <a:gradFill>
          <a:gsLst>
            <a:gs pos="0">
              <a:schemeClr val="phClr">
                <a:tint val="96000"/>
                <a:shade val="99000"/>
              </a:schemeClr>
            </a:gs>
            <a:gs pos="65000">
              <a:schemeClr val="phClr">
                <a:tint val="100000"/>
                <a:shade val="80000"/>
              </a:schemeClr>
            </a:gs>
            <a:gs pos="100000">
              <a:schemeClr val="phClr">
                <a:tint val="100000"/>
                <a:shade val="48000"/>
              </a:schemeClr>
            </a:gs>
          </a:gsLst>
          <a:lin ang="16200000" scaled="0"/>
          <a:tileRect/>
        </a:gradFill>
      </a:bgFillStyleLst>
    </a:fmtScheme>
  </a:themeElements>
  <a:objectDefaults/>
  <a:extraClrSchemeLst/>
</a:theme>
</file>

<file path=ppt/theme/theme11.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tint val="65000"/>
                <a:shade val="92000"/>
              </a:schemeClr>
            </a:gs>
            <a:gs pos="45000">
              <a:schemeClr val="phClr">
                <a:tint val="60000"/>
                <a:shade val="99000"/>
              </a:schemeClr>
            </a:gs>
            <a:gs pos="100000">
              <a:schemeClr val="phClr">
                <a:tint val="55000"/>
              </a:schemeClr>
            </a:gs>
          </a:gsLst>
          <a:path path="circle">
            <a:fillToRect l="100000" t="100000" r="100000" b="100000"/>
          </a:path>
          <a:tileRect/>
        </a:gradFill>
        <a:gradFill>
          <a:gsLst>
            <a:gs pos="0">
              <a:schemeClr val="phClr">
                <a:shade val="85000"/>
              </a:schemeClr>
            </a:gs>
            <a:gs pos="34000">
              <a:schemeClr val="phClr">
                <a:shade val="87000"/>
              </a:schemeClr>
            </a:gs>
            <a:gs pos="70000">
              <a:schemeClr val="phClr">
                <a:tint val="100000"/>
                <a:shade val="90000"/>
              </a:schemeClr>
            </a:gs>
            <a:gs pos="100000">
              <a:schemeClr val="phClr">
                <a:tint val="100000"/>
                <a:shade val="100000"/>
              </a:schemeClr>
            </a:gs>
          </a:gsLst>
          <a:path path="circle">
            <a:fillToRect l="100000" t="100000" r="100000" b="100000"/>
          </a:path>
          <a:tileRect/>
        </a:gradFill>
      </a:fillStyleLst>
      <a:lnStyleLst>
        <a:ln w="12700" cap="flat" cmpd="sng" algn="ctr">
          <a:prstDash val="solid"/>
        </a:ln>
        <a:ln w="15875"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0000"/>
            <a:shade val="97000"/>
          </a:schemeClr>
        </a:solidFill>
        <a:gradFill>
          <a:gsLst>
            <a:gs pos="0">
              <a:schemeClr val="phClr">
                <a:tint val="96000"/>
                <a:shade val="99000"/>
              </a:schemeClr>
            </a:gs>
            <a:gs pos="65000">
              <a:schemeClr val="phClr">
                <a:tint val="100000"/>
                <a:shade val="80000"/>
              </a:schemeClr>
            </a:gs>
            <a:gs pos="100000">
              <a:schemeClr val="phClr">
                <a:tint val="100000"/>
                <a:shade val="48000"/>
              </a:schemeClr>
            </a:gs>
          </a:gsLst>
          <a:lin ang="162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548</TotalTime>
  <Words>2609</Words>
  <Application>Microsoft Office PowerPoint</Application>
  <PresentationFormat>Widescreen</PresentationFormat>
  <Paragraphs>71</Paragraphs>
  <Slides>23</Slides>
  <Notes>0</Notes>
  <HiddenSlides>0</HiddenSlides>
  <MMClips>0</MMClips>
  <ScaleCrop>false</ScaleCrop>
  <HeadingPairs>
    <vt:vector size="6" baseType="variant">
      <vt:variant>
        <vt:lpstr>Fonts Used</vt:lpstr>
      </vt:variant>
      <vt:variant>
        <vt:i4>7</vt:i4>
      </vt:variant>
      <vt:variant>
        <vt:lpstr>Theme</vt:lpstr>
      </vt:variant>
      <vt:variant>
        <vt:i4>11</vt:i4>
      </vt:variant>
      <vt:variant>
        <vt:lpstr>Slide Titles</vt:lpstr>
      </vt:variant>
      <vt:variant>
        <vt:i4>23</vt:i4>
      </vt:variant>
    </vt:vector>
  </HeadingPairs>
  <TitlesOfParts>
    <vt:vector size="41" baseType="lpstr">
      <vt:lpstr>Arial</vt:lpstr>
      <vt:lpstr>Calibri</vt:lpstr>
      <vt:lpstr>Calibri Light</vt:lpstr>
      <vt:lpstr>Courier New</vt:lpstr>
      <vt:lpstr>Symbol</vt:lpstr>
      <vt:lpstr>Times New Roman</vt:lpstr>
      <vt:lpstr>Wingdings</vt:lpstr>
      <vt:lpstr>Retrospect</vt:lpstr>
      <vt:lpstr>Retrospect</vt:lpstr>
      <vt:lpstr>Retrospect</vt:lpstr>
      <vt:lpstr>Retrospect</vt:lpstr>
      <vt:lpstr>Retrospect</vt:lpstr>
      <vt:lpstr>Retrospect</vt:lpstr>
      <vt:lpstr>Retrospect</vt:lpstr>
      <vt:lpstr>Retrospect</vt:lpstr>
      <vt:lpstr>Retrospect</vt:lpstr>
      <vt:lpstr>Retrospect</vt:lpstr>
      <vt:lpstr>Retrospect</vt:lpstr>
      <vt:lpstr>Parallel Triangle Counting Algorithms</vt:lpstr>
      <vt:lpstr>Abstract</vt:lpstr>
      <vt:lpstr>The Basics</vt:lpstr>
      <vt:lpstr>Node Iterator/Forward Node Iteator</vt:lpstr>
      <vt:lpstr>Parallel (C++) Forward Node Iteator Algorithm, V1 </vt:lpstr>
      <vt:lpstr>Parallel (C++) Forward Node Iteator Algorithm, V3 (Final Version) </vt:lpstr>
      <vt:lpstr>Node Iterator Algorithms, final comparison </vt:lpstr>
      <vt:lpstr>CUDA Parallel Forward Node Algorithm V1</vt:lpstr>
      <vt:lpstr>PowerPoint Presentation</vt:lpstr>
      <vt:lpstr>CUDA Parallel Forward Node Algorithm V2</vt:lpstr>
      <vt:lpstr>CUDA Parallel Node: Final comparison</vt:lpstr>
      <vt:lpstr>Parallel Forward Edge Iterator V1</vt:lpstr>
      <vt:lpstr>Parallel Forward Edge Iterator V2</vt:lpstr>
      <vt:lpstr>Parallel Forward Edge Iterator V3</vt:lpstr>
      <vt:lpstr>Comparison between Parallel Edge v3 and sequential version</vt:lpstr>
      <vt:lpstr>CUDA Parallel Forward Edge Iterator V1</vt:lpstr>
      <vt:lpstr>CUDA Parallel Forward Edge Iterator V1_1</vt:lpstr>
      <vt:lpstr>CUDA Parallel Forward Edge Iterator V2, V2_1</vt:lpstr>
      <vt:lpstr>CUDA Parallel Forward Edge Iterator V2_2</vt:lpstr>
      <vt:lpstr>CUDA Parallel Forward Edge Iterator V3</vt:lpstr>
      <vt:lpstr>CUDA Parallel Edge V3: final comparison</vt:lpstr>
      <vt:lpstr>Parallel (C++) Matrix Multiplication Algorithm</vt:lpstr>
      <vt:lpstr>CUDA Parallel Matrix Multiplication V1, V2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Triangle Counting Algorithms</dc:title>
  <dc:subject/>
  <dc:creator>Revalor, Riccardo</dc:creator>
  <dc:description/>
  <cp:lastModifiedBy>Revalor, Riccardo</cp:lastModifiedBy>
  <cp:revision>90</cp:revision>
  <dcterms:created xsi:type="dcterms:W3CDTF">2025-09-02T16:39:16Z</dcterms:created>
  <dcterms:modified xsi:type="dcterms:W3CDTF">2025-09-14T04:42:02Z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23</vt:i4>
  </property>
</Properties>
</file>